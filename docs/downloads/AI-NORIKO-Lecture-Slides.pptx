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34.xml" ContentType="application/vnd.openxmlformats-officedocument.presentationml.slide+xml"/>
  <Override PartName="/ppt/notesSlides/notesSlide34.xml" ContentType="application/vnd.openxmlformats-officedocument.presentationml.notesSlide+xml"/>
  <Override PartName="/ppt/slides/slide35.xml" ContentType="application/vnd.openxmlformats-officedocument.presentationml.slide+xml"/>
  <Override PartName="/ppt/notesSlides/notesSlide35.xml" ContentType="application/vnd.openxmlformats-officedocument.presentationml.notesSlide+xml"/>
  <Override PartName="/ppt/slides/slide36.xml" ContentType="application/vnd.openxmlformats-officedocument.presentationml.slide+xml"/>
  <Override PartName="/ppt/notesSlides/notesSlide36.xml" ContentType="application/vnd.openxmlformats-officedocument.presentationml.notesSlide+xml"/>
  <Override PartName="/ppt/slides/slide37.xml" ContentType="application/vnd.openxmlformats-officedocument.presentationml.slide+xml"/>
  <Override PartName="/ppt/notesSlides/notesSlide37.xml" ContentType="application/vnd.openxmlformats-officedocument.presentationml.notesSlide+xml"/>
  <Override PartName="/ppt/slides/slide38.xml" ContentType="application/vnd.openxmlformats-officedocument.presentationml.slide+xml"/>
  <Override PartName="/ppt/notesSlides/notesSlide38.xml" ContentType="application/vnd.openxmlformats-officedocument.presentationml.notesSlide+xml"/>
  <Override PartName="/ppt/slides/slide39.xml" ContentType="application/vnd.openxmlformats-officedocument.presentationml.slide+xml"/>
  <Override PartName="/ppt/notesSlides/notesSlide39.xml" ContentType="application/vnd.openxmlformats-officedocument.presentationml.notesSlide+xml"/>
  <Override PartName="/ppt/slides/slide40.xml" ContentType="application/vnd.openxmlformats-officedocument.presentationml.slide+xml"/>
  <Override PartName="/ppt/notesSlides/notesSlide40.xml" ContentType="application/vnd.openxmlformats-officedocument.presentationml.notesSlide+xml"/>
  <Override PartName="/ppt/slides/slide41.xml" ContentType="application/vnd.openxmlformats-officedocument.presentationml.slide+xml"/>
  <Override PartName="/ppt/notesSlides/notesSlide41.xml" ContentType="application/vnd.openxmlformats-officedocument.presentationml.notesSlide+xml"/>
  <Override PartName="/ppt/slides/slide42.xml" ContentType="application/vnd.openxmlformats-officedocument.presentationml.slide+xml"/>
  <Override PartName="/ppt/notesSlides/notesSlide42.xml" ContentType="application/vnd.openxmlformats-officedocument.presentationml.notesSlide+xml"/>
  <Override PartName="/ppt/slides/slide43.xml" ContentType="application/vnd.openxmlformats-officedocument.presentationml.slide+xml"/>
  <Override PartName="/ppt/notesSlides/notesSlide43.xml" ContentType="application/vnd.openxmlformats-officedocument.presentationml.notesSlide+xml"/>
  <Override PartName="/ppt/slides/slide44.xml" ContentType="application/vnd.openxmlformats-officedocument.presentationml.slide+xml"/>
  <Override PartName="/ppt/notesSlides/notesSlide44.xml" ContentType="application/vnd.openxmlformats-officedocument.presentationml.notesSlide+xml"/>
  <Override PartName="/ppt/slides/slide45.xml" ContentType="application/vnd.openxmlformats-officedocument.presentationml.slide+xml"/>
  <Override PartName="/ppt/notesSlides/notesSlide45.xml" ContentType="application/vnd.openxmlformats-officedocument.presentationml.notesSlide+xml"/>
  <Override PartName="/ppt/slides/slide46.xml" ContentType="application/vnd.openxmlformats-officedocument.presentationml.slide+xml"/>
  <Override PartName="/ppt/notesSlides/notesSlide46.xml" ContentType="application/vnd.openxmlformats-officedocument.presentationml.notesSlide+xml"/>
  <Override PartName="/ppt/slides/slide47.xml" ContentType="application/vnd.openxmlformats-officedocument.presentationml.slide+xml"/>
  <Override PartName="/ppt/notesSlides/notesSlide47.xml" ContentType="application/vnd.openxmlformats-officedocument.presentationml.notesSlide+xml"/>
  <Override PartName="/ppt/slides/slide48.xml" ContentType="application/vnd.openxmlformats-officedocument.presentationml.slide+xml"/>
  <Override PartName="/ppt/notesSlides/notesSlide48.xml" ContentType="application/vnd.openxmlformats-officedocument.presentationml.notesSlide+xml"/>
  <Override PartName="/ppt/slides/slide49.xml" ContentType="application/vnd.openxmlformats-officedocument.presentationml.slide+xml"/>
  <Override PartName="/ppt/notesSlides/notesSlide49.xml" ContentType="application/vnd.openxmlformats-officedocument.presentationml.notesSlide+xml"/>
  <Override PartName="/ppt/slides/slide50.xml" ContentType="application/vnd.openxmlformats-officedocument.presentationml.slide+xml"/>
  <Override PartName="/ppt/notesSlides/notesSlide50.xml" ContentType="application/vnd.openxmlformats-officedocument.presentationml.notesSlide+xml"/>
  <Override PartName="/ppt/slides/slide51.xml" ContentType="application/vnd.openxmlformats-officedocument.presentationml.slide+xml"/>
  <Override PartName="/ppt/notesSlides/notesSlide5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37b1a02c0f34948" /><Relationship Type="http://schemas.openxmlformats.org/officeDocument/2006/relationships/extended-properties" Target="/docProps/app.xml" Id="Rdbd99c06feaa44d0" /><Relationship Type="http://schemas.openxmlformats.org/officeDocument/2006/relationships/officeDocument" Target="/ppt/presentation.xml" Id="Ra8ed377d9b894d7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cf8e6a759304854"/>
  </p:sldMasterIdLst>
  <p:notesMasterIdLst>
    <p:notesMasterId xmlns:r="http://schemas.openxmlformats.org/officeDocument/2006/relationships" r:id="R9d1e1d7da87d4d82"/>
  </p:notesMasterIdLst>
  <p:sldIdLst>
    <p:sldId xmlns:r="http://schemas.openxmlformats.org/officeDocument/2006/relationships" id="256" r:id="R0094fb9286354a53"/>
    <p:sldId xmlns:r="http://schemas.openxmlformats.org/officeDocument/2006/relationships" id="257" r:id="R60c600d83c064422"/>
    <p:sldId xmlns:r="http://schemas.openxmlformats.org/officeDocument/2006/relationships" id="258" r:id="R24f4351b8bb44886"/>
    <p:sldId xmlns:r="http://schemas.openxmlformats.org/officeDocument/2006/relationships" id="259" r:id="Re3985ed899a74fe8"/>
    <p:sldId xmlns:r="http://schemas.openxmlformats.org/officeDocument/2006/relationships" id="260" r:id="Re78bcfd0e6184905"/>
    <p:sldId xmlns:r="http://schemas.openxmlformats.org/officeDocument/2006/relationships" id="261" r:id="R189d7117e378463d"/>
    <p:sldId xmlns:r="http://schemas.openxmlformats.org/officeDocument/2006/relationships" id="262" r:id="Rc666ecc856df426f"/>
    <p:sldId xmlns:r="http://schemas.openxmlformats.org/officeDocument/2006/relationships" id="263" r:id="R419e83341baa4314"/>
    <p:sldId xmlns:r="http://schemas.openxmlformats.org/officeDocument/2006/relationships" id="264" r:id="R75fafa3875854b77"/>
    <p:sldId xmlns:r="http://schemas.openxmlformats.org/officeDocument/2006/relationships" id="265" r:id="Ra4c33fdacf914150"/>
    <p:sldId xmlns:r="http://schemas.openxmlformats.org/officeDocument/2006/relationships" id="266" r:id="R087d19adbc5e4cc8"/>
    <p:sldId xmlns:r="http://schemas.openxmlformats.org/officeDocument/2006/relationships" id="267" r:id="Rd2afc5fde5334eb5"/>
    <p:sldId xmlns:r="http://schemas.openxmlformats.org/officeDocument/2006/relationships" id="268" r:id="Ra5d3392bbee34d33"/>
    <p:sldId xmlns:r="http://schemas.openxmlformats.org/officeDocument/2006/relationships" id="269" r:id="R090eceaf426344d5"/>
    <p:sldId xmlns:r="http://schemas.openxmlformats.org/officeDocument/2006/relationships" id="270" r:id="Rdd7eae3c74f9473a"/>
    <p:sldId xmlns:r="http://schemas.openxmlformats.org/officeDocument/2006/relationships" id="271" r:id="Rea1b020e9f7b4c2a"/>
    <p:sldId xmlns:r="http://schemas.openxmlformats.org/officeDocument/2006/relationships" id="272" r:id="Rfb02c0fc71624a3d"/>
    <p:sldId xmlns:r="http://schemas.openxmlformats.org/officeDocument/2006/relationships" id="273" r:id="R92f0fc2dfb2d4c75"/>
    <p:sldId xmlns:r="http://schemas.openxmlformats.org/officeDocument/2006/relationships" id="274" r:id="Re59dff6e55984bed"/>
    <p:sldId xmlns:r="http://schemas.openxmlformats.org/officeDocument/2006/relationships" id="275" r:id="Re10ae249736d45de"/>
    <p:sldId xmlns:r="http://schemas.openxmlformats.org/officeDocument/2006/relationships" id="276" r:id="R9b12e84a55484b8a"/>
    <p:sldId xmlns:r="http://schemas.openxmlformats.org/officeDocument/2006/relationships" id="277" r:id="Rc295ac50d9bb4e7e"/>
    <p:sldId xmlns:r="http://schemas.openxmlformats.org/officeDocument/2006/relationships" id="278" r:id="R6c78575415064250"/>
    <p:sldId xmlns:r="http://schemas.openxmlformats.org/officeDocument/2006/relationships" id="279" r:id="R0795c62a4330413a"/>
    <p:sldId xmlns:r="http://schemas.openxmlformats.org/officeDocument/2006/relationships" id="280" r:id="R9d0f7b1231914534"/>
    <p:sldId xmlns:r="http://schemas.openxmlformats.org/officeDocument/2006/relationships" id="281" r:id="Rd45e925f7c594276"/>
    <p:sldId xmlns:r="http://schemas.openxmlformats.org/officeDocument/2006/relationships" id="282" r:id="R1ce5c99f3fa94add"/>
    <p:sldId xmlns:r="http://schemas.openxmlformats.org/officeDocument/2006/relationships" id="283" r:id="R3040aaaecfb34bd8"/>
    <p:sldId xmlns:r="http://schemas.openxmlformats.org/officeDocument/2006/relationships" id="284" r:id="R3379e02d382f4c1b"/>
    <p:sldId xmlns:r="http://schemas.openxmlformats.org/officeDocument/2006/relationships" id="285" r:id="Rf78c26657be34746"/>
    <p:sldId xmlns:r="http://schemas.openxmlformats.org/officeDocument/2006/relationships" id="286" r:id="R2205a8699aad44a2"/>
    <p:sldId xmlns:r="http://schemas.openxmlformats.org/officeDocument/2006/relationships" id="287" r:id="R8726df98f0f24bcc"/>
    <p:sldId xmlns:r="http://schemas.openxmlformats.org/officeDocument/2006/relationships" id="288" r:id="R81b9f2ff5ded4ec9"/>
    <p:sldId xmlns:r="http://schemas.openxmlformats.org/officeDocument/2006/relationships" id="289" r:id="R3cd082d6fa2a4091"/>
    <p:sldId xmlns:r="http://schemas.openxmlformats.org/officeDocument/2006/relationships" id="290" r:id="R8a11944747444003"/>
    <p:sldId xmlns:r="http://schemas.openxmlformats.org/officeDocument/2006/relationships" id="291" r:id="R325b7a0709204c7e"/>
    <p:sldId xmlns:r="http://schemas.openxmlformats.org/officeDocument/2006/relationships" id="292" r:id="R8665c1dd6f184436"/>
    <p:sldId xmlns:r="http://schemas.openxmlformats.org/officeDocument/2006/relationships" id="293" r:id="R9503ab2d177d43b7"/>
    <p:sldId xmlns:r="http://schemas.openxmlformats.org/officeDocument/2006/relationships" id="294" r:id="R50f8fcf863d8409f"/>
    <p:sldId xmlns:r="http://schemas.openxmlformats.org/officeDocument/2006/relationships" id="295" r:id="R56e37a15ea604426"/>
    <p:sldId xmlns:r="http://schemas.openxmlformats.org/officeDocument/2006/relationships" id="296" r:id="R256e053a70274406"/>
    <p:sldId xmlns:r="http://schemas.openxmlformats.org/officeDocument/2006/relationships" id="297" r:id="Rc293168cb89b420a"/>
    <p:sldId xmlns:r="http://schemas.openxmlformats.org/officeDocument/2006/relationships" id="298" r:id="R9867b4c856754b68"/>
    <p:sldId xmlns:r="http://schemas.openxmlformats.org/officeDocument/2006/relationships" id="299" r:id="R3b2bdaffbb324eaa"/>
    <p:sldId xmlns:r="http://schemas.openxmlformats.org/officeDocument/2006/relationships" id="300" r:id="Rab7d87e61ca34bb1"/>
    <p:sldId xmlns:r="http://schemas.openxmlformats.org/officeDocument/2006/relationships" id="301" r:id="R0bf54943472d4a3d"/>
    <p:sldId xmlns:r="http://schemas.openxmlformats.org/officeDocument/2006/relationships" id="302" r:id="Rd65f0bb51cb744f4"/>
    <p:sldId xmlns:r="http://schemas.openxmlformats.org/officeDocument/2006/relationships" id="303" r:id="R7fbcbc7ce30d482a"/>
    <p:sldId xmlns:r="http://schemas.openxmlformats.org/officeDocument/2006/relationships" id="304" r:id="R271168215f0748f4"/>
    <p:sldId xmlns:r="http://schemas.openxmlformats.org/officeDocument/2006/relationships" id="305" r:id="Rafc02e0294244433"/>
    <p:sldId xmlns:r="http://schemas.openxmlformats.org/officeDocument/2006/relationships" id="306" r:id="Rd10023752d45482d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e4e57624aff4a1d" /><Relationship Type="http://schemas.openxmlformats.org/officeDocument/2006/relationships/slideMaster" Target="/ppt/slideMasters/slideMaster1.xml" Id="R2cf8e6a759304854" /><Relationship Type="http://schemas.openxmlformats.org/officeDocument/2006/relationships/notesMaster" Target="/ppt/notesMasters/notesMaster1.xml" Id="R9d1e1d7da87d4d82" /><Relationship Type="http://schemas.openxmlformats.org/officeDocument/2006/relationships/presProps" Target="/ppt/presProps.xml" Id="R2f87314e96aa4989" /><Relationship Type="http://schemas.openxmlformats.org/officeDocument/2006/relationships/tableStyles" Target="/ppt/tableStyles.xml" Id="R462af8849c54460e" /><Relationship Type="http://schemas.openxmlformats.org/officeDocument/2006/relationships/slide" Target="/ppt/slides/slide1.xml" Id="R0094fb9286354a53" /><Relationship Type="http://schemas.openxmlformats.org/officeDocument/2006/relationships/slide" Target="/ppt/slides/slide2.xml" Id="R60c600d83c064422" /><Relationship Type="http://schemas.openxmlformats.org/officeDocument/2006/relationships/slide" Target="/ppt/slides/slide3.xml" Id="R24f4351b8bb44886" /><Relationship Type="http://schemas.openxmlformats.org/officeDocument/2006/relationships/slide" Target="/ppt/slides/slide4.xml" Id="Re3985ed899a74fe8" /><Relationship Type="http://schemas.openxmlformats.org/officeDocument/2006/relationships/slide" Target="/ppt/slides/slide5.xml" Id="Re78bcfd0e6184905" /><Relationship Type="http://schemas.openxmlformats.org/officeDocument/2006/relationships/slide" Target="/ppt/slides/slide6.xml" Id="R189d7117e378463d" /><Relationship Type="http://schemas.openxmlformats.org/officeDocument/2006/relationships/slide" Target="/ppt/slides/slide7.xml" Id="Rc666ecc856df426f" /><Relationship Type="http://schemas.openxmlformats.org/officeDocument/2006/relationships/slide" Target="/ppt/slides/slide8.xml" Id="R419e83341baa4314" /><Relationship Type="http://schemas.openxmlformats.org/officeDocument/2006/relationships/slide" Target="/ppt/slides/slide9.xml" Id="R75fafa3875854b77" /><Relationship Type="http://schemas.openxmlformats.org/officeDocument/2006/relationships/slide" Target="/ppt/slides/slide10.xml" Id="Ra4c33fdacf914150" /><Relationship Type="http://schemas.openxmlformats.org/officeDocument/2006/relationships/slide" Target="/ppt/slides/slide11.xml" Id="R087d19adbc5e4cc8" /><Relationship Type="http://schemas.openxmlformats.org/officeDocument/2006/relationships/slide" Target="/ppt/slides/slide12.xml" Id="Rd2afc5fde5334eb5" /><Relationship Type="http://schemas.openxmlformats.org/officeDocument/2006/relationships/slide" Target="/ppt/slides/slide13.xml" Id="Ra5d3392bbee34d33" /><Relationship Type="http://schemas.openxmlformats.org/officeDocument/2006/relationships/slide" Target="/ppt/slides/slide14.xml" Id="R090eceaf426344d5" /><Relationship Type="http://schemas.openxmlformats.org/officeDocument/2006/relationships/slide" Target="/ppt/slides/slide15.xml" Id="Rdd7eae3c74f9473a" /><Relationship Type="http://schemas.openxmlformats.org/officeDocument/2006/relationships/slide" Target="/ppt/slides/slide16.xml" Id="Rea1b020e9f7b4c2a" /><Relationship Type="http://schemas.openxmlformats.org/officeDocument/2006/relationships/slide" Target="/ppt/slides/slide17.xml" Id="Rfb02c0fc71624a3d" /><Relationship Type="http://schemas.openxmlformats.org/officeDocument/2006/relationships/slide" Target="/ppt/slides/slide18.xml" Id="R92f0fc2dfb2d4c75" /><Relationship Type="http://schemas.openxmlformats.org/officeDocument/2006/relationships/slide" Target="/ppt/slides/slide19.xml" Id="Re59dff6e55984bed" /><Relationship Type="http://schemas.openxmlformats.org/officeDocument/2006/relationships/slide" Target="/ppt/slides/slide20.xml" Id="Re10ae249736d45de" /><Relationship Type="http://schemas.openxmlformats.org/officeDocument/2006/relationships/slide" Target="/ppt/slides/slide21.xml" Id="R9b12e84a55484b8a" /><Relationship Type="http://schemas.openxmlformats.org/officeDocument/2006/relationships/slide" Target="/ppt/slides/slide22.xml" Id="Rc295ac50d9bb4e7e" /><Relationship Type="http://schemas.openxmlformats.org/officeDocument/2006/relationships/slide" Target="/ppt/slides/slide23.xml" Id="R6c78575415064250" /><Relationship Type="http://schemas.openxmlformats.org/officeDocument/2006/relationships/slide" Target="/ppt/slides/slide24.xml" Id="R0795c62a4330413a" /><Relationship Type="http://schemas.openxmlformats.org/officeDocument/2006/relationships/slide" Target="/ppt/slides/slide25.xml" Id="R9d0f7b1231914534" /><Relationship Type="http://schemas.openxmlformats.org/officeDocument/2006/relationships/slide" Target="/ppt/slides/slide26.xml" Id="Rd45e925f7c594276" /><Relationship Type="http://schemas.openxmlformats.org/officeDocument/2006/relationships/slide" Target="/ppt/slides/slide27.xml" Id="R1ce5c99f3fa94add" /><Relationship Type="http://schemas.openxmlformats.org/officeDocument/2006/relationships/slide" Target="/ppt/slides/slide28.xml" Id="R3040aaaecfb34bd8" /><Relationship Type="http://schemas.openxmlformats.org/officeDocument/2006/relationships/slide" Target="/ppt/slides/slide29.xml" Id="R3379e02d382f4c1b" /><Relationship Type="http://schemas.openxmlformats.org/officeDocument/2006/relationships/slide" Target="/ppt/slides/slide30.xml" Id="Rf78c26657be34746" /><Relationship Type="http://schemas.openxmlformats.org/officeDocument/2006/relationships/slide" Target="/ppt/slides/slide31.xml" Id="R2205a8699aad44a2" /><Relationship Type="http://schemas.openxmlformats.org/officeDocument/2006/relationships/slide" Target="/ppt/slides/slide32.xml" Id="R8726df98f0f24bcc" /><Relationship Type="http://schemas.openxmlformats.org/officeDocument/2006/relationships/slide" Target="/ppt/slides/slide33.xml" Id="R81b9f2ff5ded4ec9" /><Relationship Type="http://schemas.openxmlformats.org/officeDocument/2006/relationships/slide" Target="/ppt/slides/slide34.xml" Id="R3cd082d6fa2a4091" /><Relationship Type="http://schemas.openxmlformats.org/officeDocument/2006/relationships/slide" Target="/ppt/slides/slide35.xml" Id="R8a11944747444003" /><Relationship Type="http://schemas.openxmlformats.org/officeDocument/2006/relationships/slide" Target="/ppt/slides/slide36.xml" Id="R325b7a0709204c7e" /><Relationship Type="http://schemas.openxmlformats.org/officeDocument/2006/relationships/slide" Target="/ppt/slides/slide37.xml" Id="R8665c1dd6f184436" /><Relationship Type="http://schemas.openxmlformats.org/officeDocument/2006/relationships/slide" Target="/ppt/slides/slide38.xml" Id="R9503ab2d177d43b7" /><Relationship Type="http://schemas.openxmlformats.org/officeDocument/2006/relationships/slide" Target="/ppt/slides/slide39.xml" Id="R50f8fcf863d8409f" /><Relationship Type="http://schemas.openxmlformats.org/officeDocument/2006/relationships/slide" Target="/ppt/slides/slide40.xml" Id="R56e37a15ea604426" /><Relationship Type="http://schemas.openxmlformats.org/officeDocument/2006/relationships/slide" Target="/ppt/slides/slide41.xml" Id="R256e053a70274406" /><Relationship Type="http://schemas.openxmlformats.org/officeDocument/2006/relationships/slide" Target="/ppt/slides/slide42.xml" Id="Rc293168cb89b420a" /><Relationship Type="http://schemas.openxmlformats.org/officeDocument/2006/relationships/slide" Target="/ppt/slides/slide43.xml" Id="R9867b4c856754b68" /><Relationship Type="http://schemas.openxmlformats.org/officeDocument/2006/relationships/slide" Target="/ppt/slides/slide44.xml" Id="R3b2bdaffbb324eaa" /><Relationship Type="http://schemas.openxmlformats.org/officeDocument/2006/relationships/slide" Target="/ppt/slides/slide45.xml" Id="Rab7d87e61ca34bb1" /><Relationship Type="http://schemas.openxmlformats.org/officeDocument/2006/relationships/slide" Target="/ppt/slides/slide46.xml" Id="R0bf54943472d4a3d" /><Relationship Type="http://schemas.openxmlformats.org/officeDocument/2006/relationships/slide" Target="/ppt/slides/slide47.xml" Id="Rd65f0bb51cb744f4" /><Relationship Type="http://schemas.openxmlformats.org/officeDocument/2006/relationships/slide" Target="/ppt/slides/slide48.xml" Id="R7fbcbc7ce30d482a" /><Relationship Type="http://schemas.openxmlformats.org/officeDocument/2006/relationships/slide" Target="/ppt/slides/slide49.xml" Id="R271168215f0748f4" /><Relationship Type="http://schemas.openxmlformats.org/officeDocument/2006/relationships/slide" Target="/ppt/slides/slide50.xml" Id="Rafc02e0294244433" /><Relationship Type="http://schemas.openxmlformats.org/officeDocument/2006/relationships/slide" Target="/ppt/slides/slide51.xml" Id="Rd10023752d45482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c2fc006b187407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c6bfe6005994621" /><Relationship Type="http://schemas.openxmlformats.org/officeDocument/2006/relationships/notesMaster" Target="/ppt/notesMasters/notesMaster1.xml" Id="Rada346c52c75439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1dd1b14137564ced" /><Relationship Type="http://schemas.openxmlformats.org/officeDocument/2006/relationships/notesMaster" Target="/ppt/notesMasters/notesMaster1.xml" Id="R74c208b9f7ed4b7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1bbbf1093fe4987" /><Relationship Type="http://schemas.openxmlformats.org/officeDocument/2006/relationships/notesMaster" Target="/ppt/notesMasters/notesMaster1.xml" Id="Rf9fd06c488c34ee5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a3b4a5a96014cfc" /><Relationship Type="http://schemas.openxmlformats.org/officeDocument/2006/relationships/notesMaster" Target="/ppt/notesMasters/notesMaster1.xml" Id="Rddc16836142b4958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bb66f4c0a07a489b" /><Relationship Type="http://schemas.openxmlformats.org/officeDocument/2006/relationships/notesMaster" Target="/ppt/notesMasters/notesMaster1.xml" Id="R4a396b078d8d487e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c8ca9f78c6fd40e2" /><Relationship Type="http://schemas.openxmlformats.org/officeDocument/2006/relationships/notesMaster" Target="/ppt/notesMasters/notesMaster1.xml" Id="R40fb1170ac644dbb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629f485c92ea40e2" /><Relationship Type="http://schemas.openxmlformats.org/officeDocument/2006/relationships/notesMaster" Target="/ppt/notesMasters/notesMaster1.xml" Id="R485e6a06bcba49a1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f2feaf274b314876" /><Relationship Type="http://schemas.openxmlformats.org/officeDocument/2006/relationships/notesMaster" Target="/ppt/notesMasters/notesMaster1.xml" Id="R3f1cf17c05604f22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b511b38587e74e45" /><Relationship Type="http://schemas.openxmlformats.org/officeDocument/2006/relationships/notesMaster" Target="/ppt/notesMasters/notesMaster1.xml" Id="R75c3de7e3aef4dcc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0d39e38081274f87" /><Relationship Type="http://schemas.openxmlformats.org/officeDocument/2006/relationships/notesMaster" Target="/ppt/notesMasters/notesMaster1.xml" Id="Rec5c904735c54fa4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24b337305069435b" /><Relationship Type="http://schemas.openxmlformats.org/officeDocument/2006/relationships/notesMaster" Target="/ppt/notesMasters/notesMaster1.xml" Id="Red41616294dc4795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c3f26bf988864b71" /><Relationship Type="http://schemas.openxmlformats.org/officeDocument/2006/relationships/notesMaster" Target="/ppt/notesMasters/notesMaster1.xml" Id="R55b51f452f5d434a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ce49c26f6efe4a5a" /><Relationship Type="http://schemas.openxmlformats.org/officeDocument/2006/relationships/notesMaster" Target="/ppt/notesMasters/notesMaster1.xml" Id="R9892e917e466458e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fce2c44cc6ae4dc8" /><Relationship Type="http://schemas.openxmlformats.org/officeDocument/2006/relationships/notesMaster" Target="/ppt/notesMasters/notesMaster1.xml" Id="Rf9406af442f44114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c0d16fbe9b1142c0" /><Relationship Type="http://schemas.openxmlformats.org/officeDocument/2006/relationships/notesMaster" Target="/ppt/notesMasters/notesMaster1.xml" Id="R730ceabb5093476c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01d6ea957fd14610" /><Relationship Type="http://schemas.openxmlformats.org/officeDocument/2006/relationships/notesMaster" Target="/ppt/notesMasters/notesMaster1.xml" Id="Rcb1189543ea44ad1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41d5c5371c14489f" /><Relationship Type="http://schemas.openxmlformats.org/officeDocument/2006/relationships/notesMaster" Target="/ppt/notesMasters/notesMaster1.xml" Id="R020d5a62de6e4078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d33c80d4d62543cf" /><Relationship Type="http://schemas.openxmlformats.org/officeDocument/2006/relationships/notesMaster" Target="/ppt/notesMasters/notesMaster1.xml" Id="R2413fdeabf0b4443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e9d44e25d1af445a" /><Relationship Type="http://schemas.openxmlformats.org/officeDocument/2006/relationships/notesMaster" Target="/ppt/notesMasters/notesMaster1.xml" Id="R6bd4c85afd544064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08ee147c93a24d93" /><Relationship Type="http://schemas.openxmlformats.org/officeDocument/2006/relationships/notesMaster" Target="/ppt/notesMasters/notesMaster1.xml" Id="R591ddafebdce4ff9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acaae2810f6049c9" /><Relationship Type="http://schemas.openxmlformats.org/officeDocument/2006/relationships/notesMaster" Target="/ppt/notesMasters/notesMaster1.xml" Id="R9efdae215d0041a5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e33039a955174869" /><Relationship Type="http://schemas.openxmlformats.org/officeDocument/2006/relationships/notesMaster" Target="/ppt/notesMasters/notesMaster1.xml" Id="R1c5d3ad5719e4d66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66f3a175e010412e" /><Relationship Type="http://schemas.openxmlformats.org/officeDocument/2006/relationships/notesMaster" Target="/ppt/notesMasters/notesMaster1.xml" Id="R434e663e1a684ca6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4c1d55f01321416c" /><Relationship Type="http://schemas.openxmlformats.org/officeDocument/2006/relationships/notesMaster" Target="/ppt/notesMasters/notesMaster1.xml" Id="R4d57804ac6ad444e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0da7b444cac64298" /><Relationship Type="http://schemas.openxmlformats.org/officeDocument/2006/relationships/notesMaster" Target="/ppt/notesMasters/notesMaster1.xml" Id="Rc0e44045238546e1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daccce3a2cc84273" /><Relationship Type="http://schemas.openxmlformats.org/officeDocument/2006/relationships/notesMaster" Target="/ppt/notesMasters/notesMaster1.xml" Id="R27d03a1476324cc0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fb3652967ab24c09" /><Relationship Type="http://schemas.openxmlformats.org/officeDocument/2006/relationships/notesMaster" Target="/ppt/notesMasters/notesMaster1.xml" Id="Rae85934d0648412b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485f94e64f5a4175" /><Relationship Type="http://schemas.openxmlformats.org/officeDocument/2006/relationships/notesMaster" Target="/ppt/notesMasters/notesMaster1.xml" Id="R02c223a863804dba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90f7473d11994cd6" /><Relationship Type="http://schemas.openxmlformats.org/officeDocument/2006/relationships/notesMaster" Target="/ppt/notesMasters/notesMaster1.xml" Id="R1979cdb0546044e7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81db0168300642f3" /><Relationship Type="http://schemas.openxmlformats.org/officeDocument/2006/relationships/notesMaster" Target="/ppt/notesMasters/notesMaster1.xml" Id="R5ab94e1a8b7344d3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7cc9f69b361d4912" /><Relationship Type="http://schemas.openxmlformats.org/officeDocument/2006/relationships/notesMaster" Target="/ppt/notesMasters/notesMaster1.xml" Id="R8a9e812f9b984294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d618dfe054be42b1" /><Relationship Type="http://schemas.openxmlformats.org/officeDocument/2006/relationships/notesMaster" Target="/ppt/notesMasters/notesMaster1.xml" Id="Rb213d4e7153448c6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82aaf318cea049c5" /><Relationship Type="http://schemas.openxmlformats.org/officeDocument/2006/relationships/notesMaster" Target="/ppt/notesMasters/notesMaster1.xml" Id="R876cc506f9814e4f" /></Relationships>
</file>

<file path=ppt/notesSlides/_rels/notesSlide34.xml.rels>&#65279;<?xml version="1.0" encoding="utf-8"?><Relationships xmlns="http://schemas.openxmlformats.org/package/2006/relationships"><Relationship Type="http://schemas.openxmlformats.org/officeDocument/2006/relationships/slide" Target="/ppt/slides/slide34.xml" Id="R5e6acc46026d4097" /><Relationship Type="http://schemas.openxmlformats.org/officeDocument/2006/relationships/notesMaster" Target="/ppt/notesMasters/notesMaster1.xml" Id="Re0ad8602ab264afc" /></Relationships>
</file>

<file path=ppt/notesSlides/_rels/notesSlide35.xml.rels>&#65279;<?xml version="1.0" encoding="utf-8"?><Relationships xmlns="http://schemas.openxmlformats.org/package/2006/relationships"><Relationship Type="http://schemas.openxmlformats.org/officeDocument/2006/relationships/slide" Target="/ppt/slides/slide35.xml" Id="Ra24b09ace5ed4000" /><Relationship Type="http://schemas.openxmlformats.org/officeDocument/2006/relationships/notesMaster" Target="/ppt/notesMasters/notesMaster1.xml" Id="Rdcd36c50fd624bd9" /></Relationships>
</file>

<file path=ppt/notesSlides/_rels/notesSlide36.xml.rels>&#65279;<?xml version="1.0" encoding="utf-8"?><Relationships xmlns="http://schemas.openxmlformats.org/package/2006/relationships"><Relationship Type="http://schemas.openxmlformats.org/officeDocument/2006/relationships/slide" Target="/ppt/slides/slide36.xml" Id="R517867af3e9a4489" /><Relationship Type="http://schemas.openxmlformats.org/officeDocument/2006/relationships/notesMaster" Target="/ppt/notesMasters/notesMaster1.xml" Id="R149e2dc4df9141c7" /></Relationships>
</file>

<file path=ppt/notesSlides/_rels/notesSlide37.xml.rels>&#65279;<?xml version="1.0" encoding="utf-8"?><Relationships xmlns="http://schemas.openxmlformats.org/package/2006/relationships"><Relationship Type="http://schemas.openxmlformats.org/officeDocument/2006/relationships/slide" Target="/ppt/slides/slide37.xml" Id="Ra43b152d25bd4b68" /><Relationship Type="http://schemas.openxmlformats.org/officeDocument/2006/relationships/notesMaster" Target="/ppt/notesMasters/notesMaster1.xml" Id="R87a1021bd3004e69" /></Relationships>
</file>

<file path=ppt/notesSlides/_rels/notesSlide38.xml.rels>&#65279;<?xml version="1.0" encoding="utf-8"?><Relationships xmlns="http://schemas.openxmlformats.org/package/2006/relationships"><Relationship Type="http://schemas.openxmlformats.org/officeDocument/2006/relationships/slide" Target="/ppt/slides/slide38.xml" Id="R51fe664d2c7d459b" /><Relationship Type="http://schemas.openxmlformats.org/officeDocument/2006/relationships/notesMaster" Target="/ppt/notesMasters/notesMaster1.xml" Id="R11264ee1d5744106" /></Relationships>
</file>

<file path=ppt/notesSlides/_rels/notesSlide39.xml.rels>&#65279;<?xml version="1.0" encoding="utf-8"?><Relationships xmlns="http://schemas.openxmlformats.org/package/2006/relationships"><Relationship Type="http://schemas.openxmlformats.org/officeDocument/2006/relationships/slide" Target="/ppt/slides/slide39.xml" Id="R94357e727d504036" /><Relationship Type="http://schemas.openxmlformats.org/officeDocument/2006/relationships/notesMaster" Target="/ppt/notesMasters/notesMaster1.xml" Id="R3d3727951d5e43ef" /></Relationships>
</file>

<file path=ppt/notesSlides/_rels/notesSlide40.xml.rels>&#65279;<?xml version="1.0" encoding="utf-8"?><Relationships xmlns="http://schemas.openxmlformats.org/package/2006/relationships"><Relationship Type="http://schemas.openxmlformats.org/officeDocument/2006/relationships/slide" Target="/ppt/slides/slide40.xml" Id="Rab149a548355496b" /><Relationship Type="http://schemas.openxmlformats.org/officeDocument/2006/relationships/notesMaster" Target="/ppt/notesMasters/notesMaster1.xml" Id="R0d06b98e64464fc5" /></Relationships>
</file>

<file path=ppt/notesSlides/_rels/notesSlide41.xml.rels>&#65279;<?xml version="1.0" encoding="utf-8"?><Relationships xmlns="http://schemas.openxmlformats.org/package/2006/relationships"><Relationship Type="http://schemas.openxmlformats.org/officeDocument/2006/relationships/slide" Target="/ppt/slides/slide41.xml" Id="R1779f80c90734fdc" /><Relationship Type="http://schemas.openxmlformats.org/officeDocument/2006/relationships/notesMaster" Target="/ppt/notesMasters/notesMaster1.xml" Id="Rb2d771bae82f41a7" /></Relationships>
</file>

<file path=ppt/notesSlides/_rels/notesSlide42.xml.rels>&#65279;<?xml version="1.0" encoding="utf-8"?><Relationships xmlns="http://schemas.openxmlformats.org/package/2006/relationships"><Relationship Type="http://schemas.openxmlformats.org/officeDocument/2006/relationships/slide" Target="/ppt/slides/slide42.xml" Id="Rcffd11be08e54e96" /><Relationship Type="http://schemas.openxmlformats.org/officeDocument/2006/relationships/notesMaster" Target="/ppt/notesMasters/notesMaster1.xml" Id="R0c89f4bbec4d4c3a" /></Relationships>
</file>

<file path=ppt/notesSlides/_rels/notesSlide43.xml.rels>&#65279;<?xml version="1.0" encoding="utf-8"?><Relationships xmlns="http://schemas.openxmlformats.org/package/2006/relationships"><Relationship Type="http://schemas.openxmlformats.org/officeDocument/2006/relationships/slide" Target="/ppt/slides/slide43.xml" Id="R80fee7c0d5494f64" /><Relationship Type="http://schemas.openxmlformats.org/officeDocument/2006/relationships/notesMaster" Target="/ppt/notesMasters/notesMaster1.xml" Id="R95fe857423d94da5" /></Relationships>
</file>

<file path=ppt/notesSlides/_rels/notesSlide44.xml.rels>&#65279;<?xml version="1.0" encoding="utf-8"?><Relationships xmlns="http://schemas.openxmlformats.org/package/2006/relationships"><Relationship Type="http://schemas.openxmlformats.org/officeDocument/2006/relationships/slide" Target="/ppt/slides/slide44.xml" Id="R0eda02787d9b425a" /><Relationship Type="http://schemas.openxmlformats.org/officeDocument/2006/relationships/notesMaster" Target="/ppt/notesMasters/notesMaster1.xml" Id="R81d07d24fa8c43bd" /></Relationships>
</file>

<file path=ppt/notesSlides/_rels/notesSlide45.xml.rels>&#65279;<?xml version="1.0" encoding="utf-8"?><Relationships xmlns="http://schemas.openxmlformats.org/package/2006/relationships"><Relationship Type="http://schemas.openxmlformats.org/officeDocument/2006/relationships/slide" Target="/ppt/slides/slide45.xml" Id="R31954e74027f4b74" /><Relationship Type="http://schemas.openxmlformats.org/officeDocument/2006/relationships/notesMaster" Target="/ppt/notesMasters/notesMaster1.xml" Id="R16ad2bd268f84eb2" /></Relationships>
</file>

<file path=ppt/notesSlides/_rels/notesSlide46.xml.rels>&#65279;<?xml version="1.0" encoding="utf-8"?><Relationships xmlns="http://schemas.openxmlformats.org/package/2006/relationships"><Relationship Type="http://schemas.openxmlformats.org/officeDocument/2006/relationships/slide" Target="/ppt/slides/slide46.xml" Id="R7946a2684f524e53" /><Relationship Type="http://schemas.openxmlformats.org/officeDocument/2006/relationships/notesMaster" Target="/ppt/notesMasters/notesMaster1.xml" Id="R538e4df6dcf8400a" /></Relationships>
</file>

<file path=ppt/notesSlides/_rels/notesSlide47.xml.rels>&#65279;<?xml version="1.0" encoding="utf-8"?><Relationships xmlns="http://schemas.openxmlformats.org/package/2006/relationships"><Relationship Type="http://schemas.openxmlformats.org/officeDocument/2006/relationships/slide" Target="/ppt/slides/slide47.xml" Id="R25617132ecd24b5d" /><Relationship Type="http://schemas.openxmlformats.org/officeDocument/2006/relationships/notesMaster" Target="/ppt/notesMasters/notesMaster1.xml" Id="R7c7cac5ec5884640" /></Relationships>
</file>

<file path=ppt/notesSlides/_rels/notesSlide48.xml.rels>&#65279;<?xml version="1.0" encoding="utf-8"?><Relationships xmlns="http://schemas.openxmlformats.org/package/2006/relationships"><Relationship Type="http://schemas.openxmlformats.org/officeDocument/2006/relationships/slide" Target="/ppt/slides/slide48.xml" Id="R3ff4a04c956b4199" /><Relationship Type="http://schemas.openxmlformats.org/officeDocument/2006/relationships/notesMaster" Target="/ppt/notesMasters/notesMaster1.xml" Id="R81ee03c2980447c3" /></Relationships>
</file>

<file path=ppt/notesSlides/_rels/notesSlide49.xml.rels>&#65279;<?xml version="1.0" encoding="utf-8"?><Relationships xmlns="http://schemas.openxmlformats.org/package/2006/relationships"><Relationship Type="http://schemas.openxmlformats.org/officeDocument/2006/relationships/slide" Target="/ppt/slides/slide49.xml" Id="R23b66fd2f3f940ca" /><Relationship Type="http://schemas.openxmlformats.org/officeDocument/2006/relationships/notesMaster" Target="/ppt/notesMasters/notesMaster1.xml" Id="Re68a5f89e9d04702" /></Relationships>
</file>

<file path=ppt/notesSlides/_rels/notesSlide50.xml.rels>&#65279;<?xml version="1.0" encoding="utf-8"?><Relationships xmlns="http://schemas.openxmlformats.org/package/2006/relationships"><Relationship Type="http://schemas.openxmlformats.org/officeDocument/2006/relationships/slide" Target="/ppt/slides/slide50.xml" Id="R17891462a2544f46" /><Relationship Type="http://schemas.openxmlformats.org/officeDocument/2006/relationships/notesMaster" Target="/ppt/notesMasters/notesMaster1.xml" Id="Rc12c62fa180249f2" /></Relationships>
</file>

<file path=ppt/notesSlides/_rels/notesSlide51.xml.rels>&#65279;<?xml version="1.0" encoding="utf-8"?><Relationships xmlns="http://schemas.openxmlformats.org/package/2006/relationships"><Relationship Type="http://schemas.openxmlformats.org/officeDocument/2006/relationships/slide" Target="/ppt/slides/slide51.xml" Id="R15f050e4f74145be" /><Relationship Type="http://schemas.openxmlformats.org/officeDocument/2006/relationships/notesMaster" Target="/ppt/notesMasters/notesMaster1.xml" Id="R0baba3c6a2bb4e0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2026-09-09改訂：共通導入→個人秘書→企業向け試作→サービス設計。</a:t>
            </a:r>
          </a:p>
          <a:p xmlns:a="http://schemas.openxmlformats.org/drawingml/2006/main">
            <a:r>
              <a:t>AI NORIKO</a:t>
            </a:r>
          </a:p>
          <a:p xmlns:a="http://schemas.openxmlformats.org/drawingml/2006/main">
            <a:r>
              <a:t>講師はdocs/INSTRUCTOR_GUIDE.md、操作はdocs/COURSE_GUIDE.mdとP01〜P20を参照。資料の記載は追加機能の実装完了を意味しません。</a:t>
            </a:r>
          </a:p>
          <a:p xmlns:a="http://schemas.openxmlformats.org/drawingml/2006/main">
            <a:r>
              <a:t>企業向けは責任者1名・架空資料の試作。社員公開には認証・権限・分離・承認・ログ・漏えい試験等の別開発が必要。AIの回答は社長本人の承認ではありません。</a:t>
            </a:r>
          </a:p>
          <a:p xmlns:a="http://schemas.openxmlformats.org/drawingml/2006/main">
            <a:r>
              <a:t>個人の既存NORIKOや認証情報は変更しない。Windowsは参加者端末で別途実機確認。料金は公式画面で本人確認。</a:t>
            </a:r>
          </a:p>
          <a:p xmlns:a="http://schemas.openxmlformats.org/drawingml/2006/main">
            <a:r>
              <a:t>公式アプリ導入：https://learn.chatgpt.com/docs/app （確認日2026-09-09）。Obsidian：https://obsidian.md/download 。手順と機能の根拠：配布キットのREADME.md、docs/FEATURE_CATALOG.md、docs/SERVICE_DESIGN.md。</a:t>
            </a:r>
          </a:p>
          <a:p xmlns:a="http://schemas.openxmlformats.org/drawingml/2006/main">
            <a:r>
              <a:t>外部講師による導入・活用講座。受講料と講師依頼費は教材非掲載。生徒のサービス価格モデルは基本導入3万円、活用つき5万円、追加開発10万〜30万円、企業本格開発50万円〜個別見積り（税抜の仮定）。利益例：90,000−9,000−12×3,000=45,000円、150,000−15,000−21×3,000=72,000円、200,000−20,000−30×3,000=90,000円。各行別例。税・営業・固定費別。追加開発例は限定機能で企業本格開発を含まず。30時間が50時間になると差引は3万円。相場・受注・利益は保証しない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2026-09-09改訂：共通導入→個人秘書→企業向け試作→サービス設計。</a:t>
            </a:r>
          </a:p>
          <a:p xmlns:a="http://schemas.openxmlformats.org/drawingml/2006/main">
            <a:r>
              <a:t>講義が終わる頃に、できるようになること</a:t>
            </a:r>
          </a:p>
          <a:p xmlns:a="http://schemas.openxmlformats.org/drawingml/2006/main">
            <a:r>
              <a:t>講師はdocs/INSTRUCTOR_GUIDE.md、操作はdocs/COURSE_GUIDE.mdとP01〜P20を参照。資料の記載は追加機能の実装完了を意味しません。</a:t>
            </a:r>
          </a:p>
          <a:p xmlns:a="http://schemas.openxmlformats.org/drawingml/2006/main">
            <a:r>
              <a:t>企業向けは責任者1名・架空資料の試作。社員公開には認証・権限・分離・承認・ログ・漏えい試験等の別開発が必要。AIの回答は社長本人の承認ではありません。</a:t>
            </a:r>
          </a:p>
          <a:p xmlns:a="http://schemas.openxmlformats.org/drawingml/2006/main">
            <a:r>
              <a:t>個人の既存NORIKOや認証情報は変更しない。Windowsは参加者端末で別途実機確認。料金は公式画面で本人確認。</a:t>
            </a:r>
          </a:p>
          <a:p xmlns:a="http://schemas.openxmlformats.org/drawingml/2006/main">
            <a:r>
              <a:t>公式アプリ導入：https://learn.chatgpt.com/docs/app （確認日2026-09-09）。Obsidian：https://obsidian.md/download 。手順と機能の根拠：配布キットのREADME.md、docs/FEATURE_CATALOG.md、docs/SERVICE_DESIGN.md。</a:t>
            </a:r>
          </a:p>
          <a:p xmlns:a="http://schemas.openxmlformats.org/drawingml/2006/main">
            <a:r>
              <a:t>外部講師による導入・活用講座。受講料と講師依頼費は教材非掲載。生徒のサービス価格モデルは基本導入3万円、活用つき5万円、追加開発10万〜30万円、企業本格開発50万円〜個別見積り（税抜の仮定）。利益例：90,000−9,000−12×3,000=45,000円、150,000−15,000−21×3,000=72,000円、200,000−20,000−30×3,000=90,000円。各行別例。税・営業・固定費別。追加開発例は限定機能で企業本格開発を含まず。30時間が50時間になると差引は3万円。相場・受注・利益は保証しない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2026-09-09改訂：共通導入→個人秘書→企業向け試作→サービス設計。</a:t>
            </a:r>
          </a:p>
          <a:p xmlns:a="http://schemas.openxmlformats.org/drawingml/2006/main">
            <a:r>
              <a:t>今日の進み方</a:t>
            </a:r>
          </a:p>
          <a:p xmlns:a="http://schemas.openxmlformats.org/drawingml/2006/main">
            <a:r>
              <a:t>講師はdocs/INSTRUCTOR_GUIDE.md、操作はdocs/COURSE_GUIDE.mdとP01〜P20を参照。資料の記載は追加機能の実装完了を意味しません。</a:t>
            </a:r>
          </a:p>
          <a:p xmlns:a="http://schemas.openxmlformats.org/drawingml/2006/main">
            <a:r>
              <a:t>企業向けは責任者1名・架空資料の試作。社員公開には認証・権限・分離・承認・ログ・漏えい試験等の別開発が必要。AIの回答は社長本人の承認ではありません。</a:t>
            </a:r>
          </a:p>
          <a:p xmlns:a="http://schemas.openxmlformats.org/drawingml/2006/main">
            <a:r>
              <a:t>個人の既存NORIKOや認証情報は変更しない。Windowsは参加者端末で別途実機確認。料金は公式画面で本人確認。</a:t>
            </a:r>
          </a:p>
          <a:p xmlns:a="http://schemas.openxmlformats.org/drawingml/2006/main">
            <a:r>
              <a:t>公式アプリ導入：https://learn.chatgpt.com/docs/app （確認日2026-09-09）。Obsidian：https://obsidian.md/download 。手順と機能の根拠：配布キットのREADME.md、docs/FEATURE_CATALOG.md、docs/SERVICE_DESIGN.md。</a:t>
            </a:r>
          </a:p>
          <a:p xmlns:a="http://schemas.openxmlformats.org/drawingml/2006/main">
            <a:r>
              <a:t>外部講師による導入・活用講座。受講料と講師依頼費は教材非掲載。生徒のサービス価格モデルは基本導入3万円、活用つき5万円、追加開発10万〜30万円、企業本格開発50万円〜個別見積り（税抜の仮定）。利益例：90,000−9,000−12×3,000=45,000円、150,000−15,000−21×3,000=72,000円、200,000−20,000−30×3,000=90,000円。各行別例。税・営業・固定費別。追加開発例は限定機能で企業本格開発を含まず。30時間が50時間になると差引は3万円。相場・受注・利益は保証しない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2026-09-09改訂：共通導入→個人秘書→企業向け試作→サービス設計。</a:t>
            </a:r>
          </a:p>
          <a:p xmlns:a="http://schemas.openxmlformats.org/drawingml/2006/main">
            <a:r>
              <a:t>講義はスライド、操作は受講者ページ</a:t>
            </a:r>
          </a:p>
          <a:p xmlns:a="http://schemas.openxmlformats.org/drawingml/2006/main">
            <a:r>
              <a:t>講師はdocs/INSTRUCTOR_GUIDE.md、操作はdocs/COURSE_GUIDE.mdとP01〜P20を参照。資料の記載は追加機能の実装完了を意味しません。</a:t>
            </a:r>
          </a:p>
          <a:p xmlns:a="http://schemas.openxmlformats.org/drawingml/2006/main">
            <a:r>
              <a:t>企業向けは責任者1名・架空資料の試作。社員公開には認証・権限・分離・承認・ログ・漏えい試験等の別開発が必要。AIの回答は社長本人の承認ではありません。</a:t>
            </a:r>
          </a:p>
          <a:p xmlns:a="http://schemas.openxmlformats.org/drawingml/2006/main">
            <a:r>
              <a:t>個人の既存NORIKOや認証情報は変更しない。Windowsは参加者端末で別途実機確認。料金は公式画面で本人確認。</a:t>
            </a:r>
          </a:p>
          <a:p xmlns:a="http://schemas.openxmlformats.org/drawingml/2006/main">
            <a:r>
              <a:t>公式アプリ導入：https://learn.chatgpt.com/docs/app （確認日2026-09-09）。Obsidian：https://obsidian.md/download 。手順と機能の根拠：配布キットのREADME.md、docs/FEATURE_CATALOG.md、docs/SERVICE_DESIGN.md。</a:t>
            </a:r>
          </a:p>
          <a:p xmlns:a="http://schemas.openxmlformats.org/drawingml/2006/main">
            <a:r>
              <a:t>外部講師による導入・活用講座。受講料と講師依頼費は教材非掲載。生徒のサービス価格モデルは基本導入3万円、活用つき5万円、追加開発10万〜30万円、企業本格開発50万円〜個別見積り（税抜の仮定）。利益例：90,000−9,000−12×3,000=45,000円、150,000−15,000−21×3,000=72,000円、200,000−20,000−30×3,000=90,000円。各行別例。税・営業・固定費別。追加開発例は限定機能で企業本格開発を含まず。30時間が50時間になると差引は3万円。相場・受注・利益は保証しない。</a:t>
            </a:r>
          </a:p>
          <a:p xmlns:a="http://schemas.openxmlformats.org/drawingml/2006/main">
            <a:r>
              <a:t>2026-09-18改訂。配布キットv1.1.0の操作に対応。会話AIには直近最大12メッセージの履歴を渡し、再起動で会話画面の履歴は消えるため必要な内容を保存する。実モデル・外部サービスは各PCで確認。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2026-09-09改訂：共通導入→個人秘書→企業向け試作→サービス設計。</a:t>
            </a:r>
          </a:p>
          <a:p xmlns:a="http://schemas.openxmlformats.org/drawingml/2006/main">
            <a:r>
              <a:t>AI NORIKOは、仕事を助ける共通の入口</a:t>
            </a:r>
          </a:p>
          <a:p xmlns:a="http://schemas.openxmlformats.org/drawingml/2006/main">
            <a:r>
              <a:t>講師はdocs/INSTRUCTOR_GUIDE.md、操作はdocs/COURSE_GUIDE.mdとP01〜P20を参照。資料の記載は追加機能の実装完了を意味しません。</a:t>
            </a:r>
          </a:p>
          <a:p xmlns:a="http://schemas.openxmlformats.org/drawingml/2006/main">
            <a:r>
              <a:t>企業向けは責任者1名・架空資料の試作。社員公開には認証・権限・分離・承認・ログ・漏えい試験等の別開発が必要。AIの回答は社長本人の承認ではありません。</a:t>
            </a:r>
          </a:p>
          <a:p xmlns:a="http://schemas.openxmlformats.org/drawingml/2006/main">
            <a:r>
              <a:t>個人の既存NORIKOや認証情報は変更しない。Windowsは参加者端末で別途実機確認。料金は公式画面で本人確認。</a:t>
            </a:r>
          </a:p>
          <a:p xmlns:a="http://schemas.openxmlformats.org/drawingml/2006/main">
            <a:r>
              <a:t>公式アプリ導入：https://learn.chatgpt.com/docs/app （確認日2026-09-09）。Obsidian：https://obsidian.md/download 。手順と機能の根拠：配布キットのREADME.md、docs/FEATURE_CATALOG.md、docs/SERVICE_DESIGN.md。</a:t>
            </a:r>
          </a:p>
          <a:p xmlns:a="http://schemas.openxmlformats.org/drawingml/2006/main">
            <a:r>
              <a:t>外部講師による導入・活用講座。受講料と講師依頼費は教材非掲載。生徒のサービス価格モデルは基本導入3万円、活用つき5万円、追加開発10万〜30万円、企業本格開発50万円〜個別見積り（税抜の仮定）。利益例：90,000−9,000−12×3,000=45,000円、150,000−15,000−21×3,000=72,000円、200,000−20,000−30×3,000=90,000円。各行別例。税・営業・固定費別。追加開発例は限定機能で企業本格開発を含まず。30時間が50時間になると差引は3万円。相場・受注・利益は保証しない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2026-09-09改訂：共通導入→個人秘書→企業向け試作→サービス設計。</a:t>
            </a:r>
          </a:p>
          <a:p xmlns:a="http://schemas.openxmlformats.org/drawingml/2006/main">
            <a:r>
              <a:t>AI NORIKOを中心に、必要なものだけ接続</a:t>
            </a:r>
          </a:p>
          <a:p xmlns:a="http://schemas.openxmlformats.org/drawingml/2006/main">
            <a:r>
              <a:t>講師はdocs/INSTRUCTOR_GUIDE.md、操作はdocs/COURSE_GUIDE.mdとP01〜P20を参照。資料の記載は追加機能の実装完了を意味しません。</a:t>
            </a:r>
          </a:p>
          <a:p xmlns:a="http://schemas.openxmlformats.org/drawingml/2006/main">
            <a:r>
              <a:t>企業向けは責任者1名・架空資料の試作。社員公開には認証・権限・分離・承認・ログ・漏えい試験等の別開発が必要。AIの回答は社長本人の承認ではありません。</a:t>
            </a:r>
          </a:p>
          <a:p xmlns:a="http://schemas.openxmlformats.org/drawingml/2006/main">
            <a:r>
              <a:t>個人の既存NORIKOや認証情報は変更しない。Windowsは参加者端末で別途実機確認。料金は公式画面で本人確認。</a:t>
            </a:r>
          </a:p>
          <a:p xmlns:a="http://schemas.openxmlformats.org/drawingml/2006/main">
            <a:r>
              <a:t>公式アプリ導入：https://learn.chatgpt.com/docs/app （確認日2026-09-09）。Obsidian：https://obsidian.md/download 。手順と機能の根拠：配布キットのREADME.md、docs/FEATURE_CATALOG.md、docs/SERVICE_DESIGN.md。</a:t>
            </a:r>
          </a:p>
          <a:p xmlns:a="http://schemas.openxmlformats.org/drawingml/2006/main">
            <a:r>
              <a:t>外部講師による導入・活用講座。受講料と講師依頼費は教材非掲載。生徒のサービス価格モデルは基本導入3万円、活用つき5万円、追加開発10万〜30万円、企業本格開発50万円〜個別見積り（税抜の仮定）。利益例：90,000−9,000−12×3,000=45,000円、150,000−15,000−21×3,000=72,000円、200,000−20,000−30×3,000=90,000円。各行別例。税・営業・固定費別。追加開発例は限定機能で企業本格開発を含まず。30時間が50時間になると差引は3万円。相場・受注・利益は保証しない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2026-09-09改訂：共通導入→個人秘書→企業向け試作→サービス設計。</a:t>
            </a:r>
          </a:p>
          <a:p xmlns:a="http://schemas.openxmlformats.org/drawingml/2006/main">
            <a:r>
              <a:t>導入は共通。使う人に合わせて発展する</a:t>
            </a:r>
          </a:p>
          <a:p xmlns:a="http://schemas.openxmlformats.org/drawingml/2006/main">
            <a:r>
              <a:t>講師はdocs/INSTRUCTOR_GUIDE.md、操作はdocs/COURSE_GUIDE.mdとP01〜P20を参照。資料の記載は追加機能の実装完了を意味しません。</a:t>
            </a:r>
          </a:p>
          <a:p xmlns:a="http://schemas.openxmlformats.org/drawingml/2006/main">
            <a:r>
              <a:t>企業向けは責任者1名・架空資料の試作。社員公開には認証・権限・分離・承認・ログ・漏えい試験等の別開発が必要。AIの回答は社長本人の承認ではありません。</a:t>
            </a:r>
          </a:p>
          <a:p xmlns:a="http://schemas.openxmlformats.org/drawingml/2006/main">
            <a:r>
              <a:t>個人の既存NORIKOや認証情報は変更しない。Windowsは参加者端末で別途実機確認。料金は公式画面で本人確認。</a:t>
            </a:r>
          </a:p>
          <a:p xmlns:a="http://schemas.openxmlformats.org/drawingml/2006/main">
            <a:r>
              <a:t>公式アプリ導入：https://learn.chatgpt.com/docs/app （確認日2026-09-09）。Obsidian：https://obsidian.md/download 。手順と機能の根拠：配布キットのREADME.md、docs/FEATURE_CATALOG.md、docs/SERVICE_DESIGN.md。</a:t>
            </a:r>
          </a:p>
          <a:p xmlns:a="http://schemas.openxmlformats.org/drawingml/2006/main">
            <a:r>
              <a:t>外部講師による導入・活用講座。受講料と講師依頼費は教材非掲載。生徒のサービス価格モデルは基本導入3万円、活用つき5万円、追加開発10万〜30万円、企業本格開発50万円〜個別見積り（税抜の仮定）。利益例：90,000−9,000−12×3,000=45,000円、150,000−15,000−21×3,000=72,000円、200,000−20,000−30×3,000=90,000円。各行別例。税・営業・固定費別。追加開発例は限定機能で企業本格開発を含まず。30時間が50時間になると差引は3万円。相場・受注・利益は保証しない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2026-09-09改訂：共通導入→個人秘書→企業向け試作→サービス設計。</a:t>
            </a:r>
          </a:p>
          <a:p xmlns:a="http://schemas.openxmlformats.org/drawingml/2006/main">
            <a:r>
              <a:t>既存機能と任意連携を分けて選ぶ</a:t>
            </a:r>
          </a:p>
          <a:p xmlns:a="http://schemas.openxmlformats.org/drawingml/2006/main">
            <a:r>
              <a:t>講師はdocs/INSTRUCTOR_GUIDE.md、操作はdocs/COURSE_GUIDE.mdとP01〜P20を参照。資料の記載は追加機能の実装完了を意味しません。</a:t>
            </a:r>
          </a:p>
          <a:p xmlns:a="http://schemas.openxmlformats.org/drawingml/2006/main">
            <a:r>
              <a:t>企業向けは責任者1名・架空資料の試作。社員公開には認証・権限・分離・承認・ログ・漏えい試験等の別開発が必要。AIの回答は社長本人の承認ではありません。</a:t>
            </a:r>
          </a:p>
          <a:p xmlns:a="http://schemas.openxmlformats.org/drawingml/2006/main">
            <a:r>
              <a:t>個人の既存NORIKOや認証情報は変更しない。Windowsは参加者端末で別途実機確認。料金は公式画面で本人確認。</a:t>
            </a:r>
          </a:p>
          <a:p xmlns:a="http://schemas.openxmlformats.org/drawingml/2006/main">
            <a:r>
              <a:t>公式アプリ導入：https://learn.chatgpt.com/docs/app （確認日2026-09-09）。Obsidian：https://obsidian.md/download 。手順と機能の根拠：配布キットのREADME.md、docs/FEATURE_CATALOG.md、docs/SERVICE_DESIGN.md。</a:t>
            </a:r>
          </a:p>
          <a:p xmlns:a="http://schemas.openxmlformats.org/drawingml/2006/main">
            <a:r>
              <a:t>外部講師による導入・活用講座。受講料と講師依頼費は教材非掲載。生徒のサービス価格モデルは基本導入3万円、活用つき5万円、追加開発10万〜30万円、企業本格開発50万円〜個別見積り（税抜の仮定）。利益例：90,000−9,000−12×3,000=45,000円、150,000−15,000−21×3,000=72,000円、200,000−20,000−30×3,000=90,000円。各行別例。税・営業・固定費別。追加開発例は限定機能で企業本格開発を含まず。30時間が50時間になると差引は3万円。相場・受注・利益は保証しない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2026-09-09改訂：共通導入→個人秘書→企業向け試作→サービス設計。</a:t>
            </a:r>
          </a:p>
          <a:p xmlns:a="http://schemas.openxmlformats.org/drawingml/2006/main">
            <a:r>
              <a:t>基本操作から始め、費用を確認して接続</a:t>
            </a:r>
          </a:p>
          <a:p xmlns:a="http://schemas.openxmlformats.org/drawingml/2006/main">
            <a:r>
              <a:t>講師はdocs/INSTRUCTOR_GUIDE.md、操作はdocs/COURSE_GUIDE.mdとP01〜P20を参照。資料の記載は追加機能の実装完了を意味しません。</a:t>
            </a:r>
          </a:p>
          <a:p xmlns:a="http://schemas.openxmlformats.org/drawingml/2006/main">
            <a:r>
              <a:t>企業向けは責任者1名・架空資料の試作。社員公開には認証・権限・分離・承認・ログ・漏えい試験等の別開発が必要。AIの回答は社長本人の承認ではありません。</a:t>
            </a:r>
          </a:p>
          <a:p xmlns:a="http://schemas.openxmlformats.org/drawingml/2006/main">
            <a:r>
              <a:t>個人の既存NORIKOや認証情報は変更しない。Windowsは参加者端末で別途実機確認。料金は公式画面で本人確認。</a:t>
            </a:r>
          </a:p>
          <a:p xmlns:a="http://schemas.openxmlformats.org/drawingml/2006/main">
            <a:r>
              <a:t>公式アプリ導入：https://learn.chatgpt.com/docs/app （確認日2026-09-09）。Obsidian：https://obsidian.md/download 。手順と機能の根拠：配布キットのREADME.md、docs/FEATURE_CATALOG.md、docs/SERVICE_DESIGN.md。</a:t>
            </a:r>
          </a:p>
          <a:p xmlns:a="http://schemas.openxmlformats.org/drawingml/2006/main">
            <a:r>
              <a:t>外部講師による導入・活用講座。受講料と講師依頼費は教材非掲載。生徒のサービス価格モデルは基本導入3万円、活用つき5万円、追加開発10万〜30万円、企業本格開発50万円〜個別見積り（税抜の仮定）。利益例：90,000−9,000−12×3,000=45,000円、150,000−15,000−21×3,000=72,000円、200,000−20,000−30×3,000=90,000円。各行別例。税・営業・固定費別。追加開発例は限定機能で企業本格開発を含まず。30時間が50時間になると差引は3万円。相場・受注・利益は保証しない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2026-09-09改訂：共通導入→個人秘書→企業向け試作→サービス設計。</a:t>
            </a:r>
          </a:p>
          <a:p xmlns:a="http://schemas.openxmlformats.org/drawingml/2006/main">
            <a:r>
              <a:t>始める前の4点チェック</a:t>
            </a:r>
          </a:p>
          <a:p xmlns:a="http://schemas.openxmlformats.org/drawingml/2006/main">
            <a:r>
              <a:t>講師はdocs/INSTRUCTOR_GUIDE.md、操作はdocs/COURSE_GUIDE.mdとP01〜P20を参照。資料の記載は追加機能の実装完了を意味しません。</a:t>
            </a:r>
          </a:p>
          <a:p xmlns:a="http://schemas.openxmlformats.org/drawingml/2006/main">
            <a:r>
              <a:t>企業向けは責任者1名・架空資料の試作。社員公開には認証・権限・分離・承認・ログ・漏えい試験等の別開発が必要。AIの回答は社長本人の承認ではありません。</a:t>
            </a:r>
          </a:p>
          <a:p xmlns:a="http://schemas.openxmlformats.org/drawingml/2006/main">
            <a:r>
              <a:t>個人の既存NORIKOや認証情報は変更しない。Windowsは参加者端末で別途実機確認。料金は公式画面で本人確認。</a:t>
            </a:r>
          </a:p>
          <a:p xmlns:a="http://schemas.openxmlformats.org/drawingml/2006/main">
            <a:r>
              <a:t>公式アプリ導入：https://learn.chatgpt.com/docs/app （確認日2026-09-09）。Obsidian：https://obsidian.md/download 。手順と機能の根拠：配布キットのREADME.md、docs/FEATURE_CATALOG.md、docs/SERVICE_DESIGN.md。</a:t>
            </a:r>
          </a:p>
          <a:p xmlns:a="http://schemas.openxmlformats.org/drawingml/2006/main">
            <a:r>
              <a:t>外部講師による導入・活用講座。受講料と講師依頼費は教材非掲載。生徒のサービス価格モデルは基本導入3万円、活用つき5万円、追加開発10万〜30万円、企業本格開発50万円〜個別見積り（税抜の仮定）。利益例：90,000−9,000−12×3,000=45,000円、150,000−15,000−21×3,000=72,000円、200,000−20,000−30×3,000=90,000円。各行別例。税・営業・固定費別。追加開発例は限定機能で企業本格開発を含まず。30時間が50時間になると差引は3万円。相場・受注・利益は保証しない。</a:t>
            </a:r>
          </a:p>
          <a:p xmlns:a="http://schemas.openxmlformats.org/drawingml/2006/main">
            <a:r>
              <a:t>2026-09-18改訂。配布キットv1.1.0の操作に対応。会話AIには直近最大12メッセージの履歴を渡し、再起動で会話画面の履歴は消えるため必要な内容を保存する。実モデル・外部サービスは各PCで確認。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2026-09-09改訂：共通導入→個人秘書→企業向け試作→サービス設計。</a:t>
            </a:r>
          </a:p>
          <a:p xmlns:a="http://schemas.openxmlformats.org/drawingml/2006/main">
            <a:r>
              <a:t>スターターキットの中身</a:t>
            </a:r>
          </a:p>
          <a:p xmlns:a="http://schemas.openxmlformats.org/drawingml/2006/main">
            <a:r>
              <a:t>講師はdocs/INSTRUCTOR_GUIDE.md、操作はdocs/COURSE_GUIDE.mdとP01〜P20を参照。資料の記載は追加機能の実装完了を意味しません。</a:t>
            </a:r>
          </a:p>
          <a:p xmlns:a="http://schemas.openxmlformats.org/drawingml/2006/main">
            <a:r>
              <a:t>企業向けは責任者1名・架空資料の試作。社員公開には認証・権限・分離・承認・ログ・漏えい試験等の別開発が必要。AIの回答は社長本人の承認ではありません。</a:t>
            </a:r>
          </a:p>
          <a:p xmlns:a="http://schemas.openxmlformats.org/drawingml/2006/main">
            <a:r>
              <a:t>個人の既存NORIKOや認証情報は変更しない。Windowsは参加者端末で別途実機確認。料金は公式画面で本人確認。</a:t>
            </a:r>
          </a:p>
          <a:p xmlns:a="http://schemas.openxmlformats.org/drawingml/2006/main">
            <a:r>
              <a:t>公式アプリ導入：https://learn.chatgpt.com/docs/app （確認日2026-09-09）。Obsidian：https://obsidian.md/download 。手順と機能の根拠：配布キットのREADME.md、docs/FEATURE_CATALOG.md、docs/SERVICE_DESIGN.md。</a:t>
            </a:r>
          </a:p>
          <a:p xmlns:a="http://schemas.openxmlformats.org/drawingml/2006/main">
            <a:r>
              <a:t>外部講師による導入・活用講座。受講料と講師依頼費は教材非掲載。生徒のサービス価格モデルは基本導入3万円、活用つき5万円、追加開発10万〜30万円、企業本格開発50万円〜個別見積り（税抜の仮定）。利益例：90,000−9,000−12×3,000=45,000円、150,000−15,000−21×3,000=72,000円、200,000−20,000−30×3,000=90,000円。各行別例。税・営業・固定費別。追加開発例は限定機能で企業本格開発を含まず。30時間が50時間になると差引は3万円。相場・受注・利益は保証しない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2026-09-09改訂：共通導入→個人秘書→企業向け試作→サービス設計。</a:t>
            </a:r>
          </a:p>
          <a:p xmlns:a="http://schemas.openxmlformats.org/drawingml/2006/main">
            <a:r>
              <a:t>導入は4ステップ</a:t>
            </a:r>
          </a:p>
          <a:p xmlns:a="http://schemas.openxmlformats.org/drawingml/2006/main">
            <a:r>
              <a:t>講師はdocs/INSTRUCTOR_GUIDE.md、操作はdocs/COURSE_GUIDE.mdとP01〜P20を参照。資料の記載は追加機能の実装完了を意味しません。</a:t>
            </a:r>
          </a:p>
          <a:p xmlns:a="http://schemas.openxmlformats.org/drawingml/2006/main">
            <a:r>
              <a:t>企業向けは責任者1名・架空資料の試作。社員公開には認証・権限・分離・承認・ログ・漏えい試験等の別開発が必要。AIの回答は社長本人の承認ではありません。</a:t>
            </a:r>
          </a:p>
          <a:p xmlns:a="http://schemas.openxmlformats.org/drawingml/2006/main">
            <a:r>
              <a:t>個人の既存NORIKOや認証情報は変更しない。Windowsは参加者端末で別途実機確認。料金は公式画面で本人確認。</a:t>
            </a:r>
          </a:p>
          <a:p xmlns:a="http://schemas.openxmlformats.org/drawingml/2006/main">
            <a:r>
              <a:t>公式アプリ導入：https://learn.chatgpt.com/docs/app （確認日2026-09-09）。Obsidian：https://obsidian.md/download 。手順と機能の根拠：配布キットのREADME.md、docs/FEATURE_CATALOG.md、docs/SERVICE_DESIGN.md。</a:t>
            </a:r>
          </a:p>
          <a:p xmlns:a="http://schemas.openxmlformats.org/drawingml/2006/main">
            <a:r>
              <a:t>外部講師による導入・活用講座。受講料と講師依頼費は教材非掲載。生徒のサービス価格モデルは基本導入3万円、活用つき5万円、追加開発10万〜30万円、企業本格開発50万円〜個別見積り（税抜の仮定）。利益例：90,000−9,000−12×3,000=45,000円、150,000−15,000−21×3,000=72,000円、200,000−20,000−30×3,000=90,000円。各行別例。税・営業・固定費別。追加開発例は限定機能で企業本格開発を含まず。30時間が50時間になると差引は3万円。相場・受注・利益は保証しない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2026-09-09改訂：共通導入→個人秘書→企業向け試作→サービス設計。</a:t>
            </a:r>
          </a:p>
          <a:p xmlns:a="http://schemas.openxmlformats.org/drawingml/2006/main">
            <a:r>
              <a:t>ZIPを展開し、Codexでフォルダを開く</a:t>
            </a:r>
          </a:p>
          <a:p xmlns:a="http://schemas.openxmlformats.org/drawingml/2006/main">
            <a:r>
              <a:t>講師はdocs/INSTRUCTOR_GUIDE.md、操作はdocs/COURSE_GUIDE.mdとP01〜P20を参照。資料の記載は追加機能の実装完了を意味しません。</a:t>
            </a:r>
          </a:p>
          <a:p xmlns:a="http://schemas.openxmlformats.org/drawingml/2006/main">
            <a:r>
              <a:t>企業向けは責任者1名・架空資料の試作。社員公開には認証・権限・分離・承認・ログ・漏えい試験等の別開発が必要。AIの回答は社長本人の承認ではありません。</a:t>
            </a:r>
          </a:p>
          <a:p xmlns:a="http://schemas.openxmlformats.org/drawingml/2006/main">
            <a:r>
              <a:t>個人の既存NORIKOや認証情報は変更しない。Windowsは参加者端末で別途実機確認。料金は公式画面で本人確認。</a:t>
            </a:r>
          </a:p>
          <a:p xmlns:a="http://schemas.openxmlformats.org/drawingml/2006/main">
            <a:r>
              <a:t>公式アプリ導入：https://learn.chatgpt.com/docs/app （確認日2026-09-09）。Obsidian：https://obsidian.md/download 。手順と機能の根拠：配布キットのREADME.md、docs/FEATURE_CATALOG.md、docs/SERVICE_DESIGN.md。</a:t>
            </a:r>
          </a:p>
          <a:p xmlns:a="http://schemas.openxmlformats.org/drawingml/2006/main">
            <a:r>
              <a:t>外部講師による導入・活用講座。受講料と講師依頼費は教材非掲載。生徒のサービス価格モデルは基本導入3万円、活用つき5万円、追加開発10万〜30万円、企業本格開発50万円〜個別見積り（税抜の仮定）。利益例：90,000−9,000−12×3,000=45,000円、150,000−15,000−21×3,000=72,000円、200,000−20,000−30×3,000=90,000円。各行別例。税・営業・固定費別。追加開発例は限定機能で企業本格開発を含まず。30時間が50時間になると差引は3万円。相場・受注・利益は保証しない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2026-09-09改訂：共通導入→個人秘書→企業向け試作→サービス設計。</a:t>
            </a:r>
          </a:p>
          <a:p xmlns:a="http://schemas.openxmlformats.org/drawingml/2006/main">
            <a:r>
              <a:t>セットアップ依頼をコピーして送る</a:t>
            </a:r>
          </a:p>
          <a:p xmlns:a="http://schemas.openxmlformats.org/drawingml/2006/main">
            <a:r>
              <a:t>講師はdocs/INSTRUCTOR_GUIDE.md、操作はdocs/COURSE_GUIDE.mdとP01〜P20を参照。資料の記載は追加機能の実装完了を意味しません。</a:t>
            </a:r>
          </a:p>
          <a:p xmlns:a="http://schemas.openxmlformats.org/drawingml/2006/main">
            <a:r>
              <a:t>企業向けは責任者1名・架空資料の試作。社員公開には認証・権限・分離・承認・ログ・漏えい試験等の別開発が必要。AIの回答は社長本人の承認ではありません。</a:t>
            </a:r>
          </a:p>
          <a:p xmlns:a="http://schemas.openxmlformats.org/drawingml/2006/main">
            <a:r>
              <a:t>個人の既存NORIKOや認証情報は変更しない。Windowsは参加者端末で別途実機確認。料金は公式画面で本人確認。</a:t>
            </a:r>
          </a:p>
          <a:p xmlns:a="http://schemas.openxmlformats.org/drawingml/2006/main">
            <a:r>
              <a:t>公式アプリ導入：https://learn.chatgpt.com/docs/app （確認日2026-09-09）。Obsidian：https://obsidian.md/download 。手順と機能の根拠：配布キットのREADME.md、docs/FEATURE_CATALOG.md、docs/SERVICE_DESIGN.md。</a:t>
            </a:r>
          </a:p>
          <a:p xmlns:a="http://schemas.openxmlformats.org/drawingml/2006/main">
            <a:r>
              <a:t>外部講師による導入・活用講座。受講料と講師依頼費は教材非掲載。生徒のサービス価格モデルは基本導入3万円、活用つき5万円、追加開発10万〜30万円、企業本格開発50万円〜個別見積り（税抜の仮定）。利益例：90,000−9,000−12×3,000=45,000円、150,000−15,000−21×3,000=72,000円、200,000−20,000−30×3,000=90,000円。各行別例。税・営業・固定費別。追加開発例は限定機能で企業本格開発を含まず。30時間が50時間になると差引は3万円。相場・受注・利益は保証しない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2026-09-09改訂：共通導入→個人秘書→企業向け試作→サービス設計。</a:t>
            </a:r>
          </a:p>
          <a:p xmlns:a="http://schemas.openxmlformats.org/drawingml/2006/main">
            <a:r>
              <a:t>Codexが行う5つの確認</a:t>
            </a:r>
          </a:p>
          <a:p xmlns:a="http://schemas.openxmlformats.org/drawingml/2006/main">
            <a:r>
              <a:t>講師はdocs/INSTRUCTOR_GUIDE.md、操作はdocs/COURSE_GUIDE.mdとP01〜P20を参照。資料の記載は追加機能の実装完了を意味しません。</a:t>
            </a:r>
          </a:p>
          <a:p xmlns:a="http://schemas.openxmlformats.org/drawingml/2006/main">
            <a:r>
              <a:t>企業向けは責任者1名・架空資料の試作。社員公開には認証・権限・分離・承認・ログ・漏えい試験等の別開発が必要。AIの回答は社長本人の承認ではありません。</a:t>
            </a:r>
          </a:p>
          <a:p xmlns:a="http://schemas.openxmlformats.org/drawingml/2006/main">
            <a:r>
              <a:t>個人の既存NORIKOや認証情報は変更しない。Windowsは参加者端末で別途実機確認。料金は公式画面で本人確認。</a:t>
            </a:r>
          </a:p>
          <a:p xmlns:a="http://schemas.openxmlformats.org/drawingml/2006/main">
            <a:r>
              <a:t>公式アプリ導入：https://learn.chatgpt.com/docs/app （確認日2026-09-09）。Obsidian：https://obsidian.md/download 。手順と機能の根拠：配布キットのREADME.md、docs/FEATURE_CATALOG.md、docs/SERVICE_DESIGN.md。</a:t>
            </a:r>
          </a:p>
          <a:p xmlns:a="http://schemas.openxmlformats.org/drawingml/2006/main">
            <a:r>
              <a:t>外部講師による導入・活用講座。受講料と講師依頼費は教材非掲載。生徒のサービス価格モデルは基本導入3万円、活用つき5万円、追加開発10万〜30万円、企業本格開発50万円〜個別見積り（税抜の仮定）。利益例：90,000−9,000−12×3,000=45,000円、150,000−15,000−21×3,000=72,000円、200,000−20,000−30×3,000=90,000円。各行別例。税・営業・固定費別。追加開発例は限定機能で企業本格開発を含まず。30時間が50時間になると差引は3万円。相場・受注・利益は保証しない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2026-09-09改訂：共通導入→個人秘書→企業向け試作→サービス設計。</a:t>
            </a:r>
          </a:p>
          <a:p xmlns:a="http://schemas.openxmlformats.org/drawingml/2006/main">
            <a:r>
              <a:t>自分のOSに合う起動ファイルを選ぶ</a:t>
            </a:r>
          </a:p>
          <a:p xmlns:a="http://schemas.openxmlformats.org/drawingml/2006/main">
            <a:r>
              <a:t>講師はdocs/INSTRUCTOR_GUIDE.md、操作はdocs/COURSE_GUIDE.mdとP01〜P20を参照。資料の記載は追加機能の実装完了を意味しません。</a:t>
            </a:r>
          </a:p>
          <a:p xmlns:a="http://schemas.openxmlformats.org/drawingml/2006/main">
            <a:r>
              <a:t>企業向けは責任者1名・架空資料の試作。社員公開には認証・権限・分離・承認・ログ・漏えい試験等の別開発が必要。AIの回答は社長本人の承認ではありません。</a:t>
            </a:r>
          </a:p>
          <a:p xmlns:a="http://schemas.openxmlformats.org/drawingml/2006/main">
            <a:r>
              <a:t>個人の既存NORIKOや認証情報は変更しない。Windowsは参加者端末で別途実機確認。料金は公式画面で本人確認。</a:t>
            </a:r>
          </a:p>
          <a:p xmlns:a="http://schemas.openxmlformats.org/drawingml/2006/main">
            <a:r>
              <a:t>公式アプリ導入：https://learn.chatgpt.com/docs/app （確認日2026-09-09）。Obsidian：https://obsidian.md/download 。手順と機能の根拠：配布キットのREADME.md、docs/FEATURE_CATALOG.md、docs/SERVICE_DESIGN.md。</a:t>
            </a:r>
          </a:p>
          <a:p xmlns:a="http://schemas.openxmlformats.org/drawingml/2006/main">
            <a:r>
              <a:t>外部講師による導入・活用講座。受講料と講師依頼費は教材非掲載。生徒のサービス価格モデルは基本導入3万円、活用つき5万円、追加開発10万〜30万円、企業本格開発50万円〜個別見積り（税抜の仮定）。利益例：90,000−9,000−12×3,000=45,000円、150,000−15,000−21×3,000=72,000円、200,000−20,000−30×3,000=90,000円。各行別例。税・営業・固定費別。追加開発例は限定機能で企業本格開発を含まず。30時間が50時間になると差引は3万円。相場・受注・利益は保証しない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2026-09-09改訂：共通導入→個人秘書→企業向け試作→サービス設計。</a:t>
            </a:r>
          </a:p>
          <a:p xmlns:a="http://schemas.openxmlformats.org/drawingml/2006/main">
            <a:r>
              <a:t>最初に決めるのは4つ</a:t>
            </a:r>
          </a:p>
          <a:p xmlns:a="http://schemas.openxmlformats.org/drawingml/2006/main">
            <a:r>
              <a:t>講師はdocs/INSTRUCTOR_GUIDE.md、操作はdocs/COURSE_GUIDE.mdとP01〜P20を参照。資料の記載は追加機能の実装完了を意味しません。</a:t>
            </a:r>
          </a:p>
          <a:p xmlns:a="http://schemas.openxmlformats.org/drawingml/2006/main">
            <a:r>
              <a:t>企業向けは責任者1名・架空資料の試作。社員公開には認証・権限・分離・承認・ログ・漏えい試験等の別開発が必要。AIの回答は社長本人の承認ではありません。</a:t>
            </a:r>
          </a:p>
          <a:p xmlns:a="http://schemas.openxmlformats.org/drawingml/2006/main">
            <a:r>
              <a:t>個人の既存NORIKOや認証情報は変更しない。Windowsは参加者端末で別途実機確認。料金は公式画面で本人確認。</a:t>
            </a:r>
          </a:p>
          <a:p xmlns:a="http://schemas.openxmlformats.org/drawingml/2006/main">
            <a:r>
              <a:t>公式アプリ導入：https://learn.chatgpt.com/docs/app （確認日2026-09-09）。Obsidian：https://obsidian.md/download 。手順と機能の根拠：配布キットのREADME.md、docs/FEATURE_CATALOG.md、docs/SERVICE_DESIGN.md。</a:t>
            </a:r>
          </a:p>
          <a:p xmlns:a="http://schemas.openxmlformats.org/drawingml/2006/main">
            <a:r>
              <a:t>外部講師による導入・活用講座。受講料と講師依頼費は教材非掲載。生徒のサービス価格モデルは基本導入3万円、活用つき5万円、追加開発10万〜30万円、企業本格開発50万円〜個別見積り（税抜の仮定）。利益例：90,000−9,000−12×3,000=45,000円、150,000−15,000−21×3,000=72,000円、200,000−20,000−30×3,000=90,000円。各行別例。税・営業・固定費別。追加開発例は限定機能で企業本格開発を含まず。30時間が50時間になると差引は3万円。相場・受注・利益は保証しない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2026-09-09改訂：共通導入→個人秘書→企業向け試作→サービス設計。</a:t>
            </a:r>
          </a:p>
          <a:p xmlns:a="http://schemas.openxmlformats.org/drawingml/2006/main">
            <a:r>
              <a:t>初期画面はシンプル。売上は必要な人だけ</a:t>
            </a:r>
          </a:p>
          <a:p xmlns:a="http://schemas.openxmlformats.org/drawingml/2006/main">
            <a:r>
              <a:t>講師はdocs/INSTRUCTOR_GUIDE.md、操作はdocs/COURSE_GUIDE.mdとP01〜P20を参照。資料の記載は追加機能の実装完了を意味しません。</a:t>
            </a:r>
          </a:p>
          <a:p xmlns:a="http://schemas.openxmlformats.org/drawingml/2006/main">
            <a:r>
              <a:t>企業向けは責任者1名・架空資料の試作。社員公開には認証・権限・分離・承認・ログ・漏えい試験等の別開発が必要。AIの回答は社長本人の承認ではありません。</a:t>
            </a:r>
          </a:p>
          <a:p xmlns:a="http://schemas.openxmlformats.org/drawingml/2006/main">
            <a:r>
              <a:t>個人の既存NORIKOや認証情報は変更しない。Windowsは参加者端末で別途実機確認。料金は公式画面で本人確認。</a:t>
            </a:r>
          </a:p>
          <a:p xmlns:a="http://schemas.openxmlformats.org/drawingml/2006/main">
            <a:r>
              <a:t>公式アプリ導入：https://learn.chatgpt.com/docs/app （確認日2026-09-09）。Obsidian：https://obsidian.md/download 。手順と機能の根拠：配布キットのREADME.md、docs/FEATURE_CATALOG.md、docs/SERVICE_DESIGN.md。</a:t>
            </a:r>
          </a:p>
          <a:p xmlns:a="http://schemas.openxmlformats.org/drawingml/2006/main">
            <a:r>
              <a:t>外部講師による導入・活用講座。受講料と講師依頼費は教材非掲載。生徒のサービス価格モデルは基本導入3万円、活用つき5万円、追加開発10万〜30万円、企業本格開発50万円〜個別見積り（税抜の仮定）。利益例：90,000−9,000−12×3,000=45,000円、150,000−15,000−21×3,000=72,000円、200,000−20,000−30×3,000=90,000円。各行別例。税・営業・固定費別。追加開発例は限定機能で企業本格開発を含まず。30時間が50時間になると差引は3万円。相場・受注・利益は保証しない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2026-09-09改訂：共通導入→個人秘書→企業向け試作→サービス設計。</a:t>
            </a:r>
          </a:p>
          <a:p xmlns:a="http://schemas.openxmlformats.org/drawingml/2006/main">
            <a:r>
              <a:t>まず文字、必要な時だけ音声</a:t>
            </a:r>
          </a:p>
          <a:p xmlns:a="http://schemas.openxmlformats.org/drawingml/2006/main">
            <a:r>
              <a:t>講師はdocs/INSTRUCTOR_GUIDE.md、操作はdocs/COURSE_GUIDE.mdとP01〜P20を参照。資料の記載は追加機能の実装完了を意味しません。</a:t>
            </a:r>
          </a:p>
          <a:p xmlns:a="http://schemas.openxmlformats.org/drawingml/2006/main">
            <a:r>
              <a:t>企業向けは責任者1名・架空資料の試作。社員公開には認証・権限・分離・承認・ログ・漏えい試験等の別開発が必要。AIの回答は社長本人の承認ではありません。</a:t>
            </a:r>
          </a:p>
          <a:p xmlns:a="http://schemas.openxmlformats.org/drawingml/2006/main">
            <a:r>
              <a:t>個人の既存NORIKOや認証情報は変更しない。Windowsは参加者端末で別途実機確認。料金は公式画面で本人確認。</a:t>
            </a:r>
          </a:p>
          <a:p xmlns:a="http://schemas.openxmlformats.org/drawingml/2006/main">
            <a:r>
              <a:t>公式アプリ導入：https://learn.chatgpt.com/docs/app （確認日2026-09-09）。Obsidian：https://obsidian.md/download 。手順と機能の根拠：配布キットのREADME.md、docs/FEATURE_CATALOG.md、docs/SERVICE_DESIGN.md。</a:t>
            </a:r>
          </a:p>
          <a:p xmlns:a="http://schemas.openxmlformats.org/drawingml/2006/main">
            <a:r>
              <a:t>外部講師による導入・活用講座。受講料と講師依頼費は教材非掲載。生徒のサービス価格モデルは基本導入3万円、活用つき5万円、追加開発10万〜30万円、企業本格開発50万円〜個別見積り（税抜の仮定）。利益例：90,000−9,000−12×3,000=45,000円、150,000−15,000−21×3,000=72,000円、200,000−20,000−30×3,000=90,000円。各行別例。税・営業・固定費別。追加開発例は限定機能で企業本格開発を含まず。30時間が50時間になると差引は3万円。相場・受注・利益は保証しない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2026-09-09改訂：共通導入→個人秘書→企業向け試作→サービス設計。</a:t>
            </a:r>
          </a:p>
          <a:p xmlns:a="http://schemas.openxmlformats.org/drawingml/2006/main">
            <a:r>
              <a:t>起動・AI・ナレッジを別々に確認する</a:t>
            </a:r>
          </a:p>
          <a:p xmlns:a="http://schemas.openxmlformats.org/drawingml/2006/main">
            <a:r>
              <a:t>講師はdocs/INSTRUCTOR_GUIDE.md、操作はdocs/COURSE_GUIDE.mdとP01〜P20を参照。資料の記載は追加機能の実装完了を意味しません。</a:t>
            </a:r>
          </a:p>
          <a:p xmlns:a="http://schemas.openxmlformats.org/drawingml/2006/main">
            <a:r>
              <a:t>企業向けは責任者1名・架空資料の試作。社員公開には認証・権限・分離・承認・ログ・漏えい試験等の別開発が必要。AIの回答は社長本人の承認ではありません。</a:t>
            </a:r>
          </a:p>
          <a:p xmlns:a="http://schemas.openxmlformats.org/drawingml/2006/main">
            <a:r>
              <a:t>個人の既存NORIKOや認証情報は変更しない。Windowsは参加者端末で別途実機確認。料金は公式画面で本人確認。</a:t>
            </a:r>
          </a:p>
          <a:p xmlns:a="http://schemas.openxmlformats.org/drawingml/2006/main">
            <a:r>
              <a:t>公式アプリ導入：https://learn.chatgpt.com/docs/app （確認日2026-09-09）。Obsidian：https://obsidian.md/download 。手順と機能の根拠：配布キットのREADME.md、docs/FEATURE_CATALOG.md、docs/SERVICE_DESIGN.md。</a:t>
            </a:r>
          </a:p>
          <a:p xmlns:a="http://schemas.openxmlformats.org/drawingml/2006/main">
            <a:r>
              <a:t>外部講師による導入・活用講座。受講料と講師依頼費は教材非掲載。生徒のサービス価格モデルは基本導入3万円、活用つき5万円、追加開発10万〜30万円、企業本格開発50万円〜個別見積り（税抜の仮定）。利益例：90,000−9,000−12×3,000=45,000円、150,000−15,000−21×3,000=72,000円、200,000−20,000−30×3,000=90,000円。各行別例。税・営業・固定費別。追加開発例は限定機能で企業本格開発を含まず。30時間が50時間になると差引は3万円。相場・受注・利益は保証しない。</a:t>
            </a:r>
          </a:p>
          <a:p xmlns:a="http://schemas.openxmlformats.org/drawingml/2006/main">
            <a:r>
              <a:t>2026-09-18改訂。配布キットv1.1.0の操作に対応。会話AIには直近最大12メッセージの履歴を渡し、再起動で会話画面の履歴は消えるため必要な内容を保存する。実モデル・外部サービスは各PCで確認。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2026-09-09改訂：共通導入→個人秘書→企業向け試作→サービス設計。</a:t>
            </a:r>
          </a:p>
          <a:p xmlns:a="http://schemas.openxmlformats.org/drawingml/2006/main">
            <a:r>
              <a:t>予定は「今日」だけでなく、期間と名前で探す</a:t>
            </a:r>
          </a:p>
          <a:p xmlns:a="http://schemas.openxmlformats.org/drawingml/2006/main">
            <a:r>
              <a:t>講師はdocs/INSTRUCTOR_GUIDE.md、操作はdocs/COURSE_GUIDE.mdとP01〜P20を参照。資料の記載は追加機能の実装完了を意味しません。</a:t>
            </a:r>
          </a:p>
          <a:p xmlns:a="http://schemas.openxmlformats.org/drawingml/2006/main">
            <a:r>
              <a:t>企業向けは責任者1名・架空資料の試作。社員公開には認証・権限・分離・承認・ログ・漏えい試験等の別開発が必要。AIの回答は社長本人の承認ではありません。</a:t>
            </a:r>
          </a:p>
          <a:p xmlns:a="http://schemas.openxmlformats.org/drawingml/2006/main">
            <a:r>
              <a:t>個人の既存NORIKOや認証情報は変更しない。Windowsは参加者端末で別途実機確認。料金は公式画面で本人確認。</a:t>
            </a:r>
          </a:p>
          <a:p xmlns:a="http://schemas.openxmlformats.org/drawingml/2006/main">
            <a:r>
              <a:t>公式アプリ導入：https://learn.chatgpt.com/docs/app （確認日2026-09-09）。Obsidian：https://obsidian.md/download 。手順と機能の根拠：配布キットのREADME.md、docs/FEATURE_CATALOG.md、docs/SERVICE_DESIGN.md。</a:t>
            </a:r>
          </a:p>
          <a:p xmlns:a="http://schemas.openxmlformats.org/drawingml/2006/main">
            <a:r>
              <a:t>外部講師による導入・活用講座。受講料と講師依頼費は教材非掲載。生徒のサービス価格モデルは基本導入3万円、活用つき5万円、追加開発10万〜30万円、企業本格開発50万円〜個別見積り（税抜の仮定）。利益例：90,000−9,000−12×3,000=45,000円、150,000−15,000−21×3,000=72,000円、200,000−20,000−30×3,000=90,000円。各行別例。税・営業・固定費別。追加開発例は限定機能で企業本格開発を含まず。30時間が50時間になると差引は3万円。相場・受注・利益は保証しない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2026-09-09改訂：共通導入→個人秘書→企業向け試作→サービス設計。</a:t>
            </a:r>
          </a:p>
          <a:p xmlns:a="http://schemas.openxmlformats.org/drawingml/2006/main">
            <a:r>
              <a:t>タスクは、登録・確認・完了を1件試す</a:t>
            </a:r>
          </a:p>
          <a:p xmlns:a="http://schemas.openxmlformats.org/drawingml/2006/main">
            <a:r>
              <a:t>講師はdocs/INSTRUCTOR_GUIDE.md、操作はdocs/COURSE_GUIDE.mdとP01〜P20を参照。資料の記載は追加機能の実装完了を意味しません。</a:t>
            </a:r>
          </a:p>
          <a:p xmlns:a="http://schemas.openxmlformats.org/drawingml/2006/main">
            <a:r>
              <a:t>企業向けは責任者1名・架空資料の試作。社員公開には認証・権限・分離・承認・ログ・漏えい試験等の別開発が必要。AIの回答は社長本人の承認ではありません。</a:t>
            </a:r>
          </a:p>
          <a:p xmlns:a="http://schemas.openxmlformats.org/drawingml/2006/main">
            <a:r>
              <a:t>個人の既存NORIKOや認証情報は変更しない。Windowsは参加者端末で別途実機確認。料金は公式画面で本人確認。</a:t>
            </a:r>
          </a:p>
          <a:p xmlns:a="http://schemas.openxmlformats.org/drawingml/2006/main">
            <a:r>
              <a:t>公式アプリ導入：https://learn.chatgpt.com/docs/app （確認日2026-09-09）。Obsidian：https://obsidian.md/download 。手順と機能の根拠：配布キットのREADME.md、docs/FEATURE_CATALOG.md、docs/SERVICE_DESIGN.md。</a:t>
            </a:r>
          </a:p>
          <a:p xmlns:a="http://schemas.openxmlformats.org/drawingml/2006/main">
            <a:r>
              <a:t>外部講師による導入・活用講座。受講料と講師依頼費は教材非掲載。生徒のサービス価格モデルは基本導入3万円、活用つき5万円、追加開発10万〜30万円、企業本格開発50万円〜個別見積り（税抜の仮定）。利益例：90,000−9,000−12×3,000=45,000円、150,000−15,000−21×3,000=72,000円、200,000−20,000−30×3,000=90,000円。各行別例。税・営業・固定費別。追加開発例は限定機能で企業本格開発を含まず。30時間が50時間になると差引は3万円。相場・受注・利益は保証しない。</a:t>
            </a:r>
          </a:p>
          <a:p xmlns:a="http://schemas.openxmlformats.org/drawingml/2006/main">
            <a:r>
              <a:t>2026-09-18改訂。配布キットv1.1.0の操作に対応。会話AIには直近最大12メッセージの履歴を渡し、再起動で会話画面の履歴は消えるため必要な内容を保存する。実モデル・外部サービスは各PCで確認。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2026-09-09改訂：共通導入→個人秘書→企業向け試作→サービス設計。</a:t>
            </a:r>
          </a:p>
          <a:p xmlns:a="http://schemas.openxmlformats.org/drawingml/2006/main">
            <a:r>
              <a:t>Obsidianの知識を、相談に使う</a:t>
            </a:r>
          </a:p>
          <a:p xmlns:a="http://schemas.openxmlformats.org/drawingml/2006/main">
            <a:r>
              <a:t>講師はdocs/INSTRUCTOR_GUIDE.md、操作はdocs/COURSE_GUIDE.mdとP01〜P20を参照。資料の記載は追加機能の実装完了を意味しません。</a:t>
            </a:r>
          </a:p>
          <a:p xmlns:a="http://schemas.openxmlformats.org/drawingml/2006/main">
            <a:r>
              <a:t>企業向けは責任者1名・架空資料の試作。社員公開には認証・権限・分離・承認・ログ・漏えい試験等の別開発が必要。AIの回答は社長本人の承認ではありません。</a:t>
            </a:r>
          </a:p>
          <a:p xmlns:a="http://schemas.openxmlformats.org/drawingml/2006/main">
            <a:r>
              <a:t>個人の既存NORIKOや認証情報は変更しない。Windowsは参加者端末で別途実機確認。料金は公式画面で本人確認。</a:t>
            </a:r>
          </a:p>
          <a:p xmlns:a="http://schemas.openxmlformats.org/drawingml/2006/main">
            <a:r>
              <a:t>公式アプリ導入：https://learn.chatgpt.com/docs/app （確認日2026-09-09）。Obsidian：https://obsidian.md/download 。手順と機能の根拠：配布キットのREADME.md、docs/FEATURE_CATALOG.md、docs/SERVICE_DESIGN.md。</a:t>
            </a:r>
          </a:p>
          <a:p xmlns:a="http://schemas.openxmlformats.org/drawingml/2006/main">
            <a:r>
              <a:t>外部講師による導入・活用講座。受講料と講師依頼費は教材非掲載。生徒のサービス価格モデルは基本導入3万円、活用つき5万円、追加開発10万〜30万円、企業本格開発50万円〜個別見積り（税抜の仮定）。利益例：90,000−9,000−12×3,000=45,000円、150,000−15,000−21×3,000=72,000円、200,000−20,000−30×3,000=90,000円。各行別例。税・営業・固定費別。追加開発例は限定機能で企業本格開発を含まず。30時間が50時間になると差引は3万円。相場・受注・利益は保証しない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2026-09-09改訂：共通導入→個人秘書→企業向け試作→サービス設計。</a:t>
            </a:r>
          </a:p>
          <a:p xmlns:a="http://schemas.openxmlformats.org/drawingml/2006/main">
            <a:r>
              <a:t>Obsidianは、同じ保存先を開く</a:t>
            </a:r>
          </a:p>
          <a:p xmlns:a="http://schemas.openxmlformats.org/drawingml/2006/main">
            <a:r>
              <a:t>講師はdocs/INSTRUCTOR_GUIDE.md、操作はdocs/COURSE_GUIDE.mdとP01〜P20を参照。資料の記載は追加機能の実装完了を意味しません。</a:t>
            </a:r>
          </a:p>
          <a:p xmlns:a="http://schemas.openxmlformats.org/drawingml/2006/main">
            <a:r>
              <a:t>企業向けは責任者1名・架空資料の試作。社員公開には認証・権限・分離・承認・ログ・漏えい試験等の別開発が必要。AIの回答は社長本人の承認ではありません。</a:t>
            </a:r>
          </a:p>
          <a:p xmlns:a="http://schemas.openxmlformats.org/drawingml/2006/main">
            <a:r>
              <a:t>個人の既存NORIKOや認証情報は変更しない。Windowsは参加者端末で別途実機確認。料金は公式画面で本人確認。</a:t>
            </a:r>
          </a:p>
          <a:p xmlns:a="http://schemas.openxmlformats.org/drawingml/2006/main">
            <a:r>
              <a:t>公式アプリ導入：https://learn.chatgpt.com/docs/app （確認日2026-09-09）。Obsidian：https://obsidian.md/download 。手順と機能の根拠：配布キットのREADME.md、docs/FEATURE_CATALOG.md、docs/SERVICE_DESIGN.md。</a:t>
            </a:r>
          </a:p>
          <a:p xmlns:a="http://schemas.openxmlformats.org/drawingml/2006/main">
            <a:r>
              <a:t>外部講師による導入・活用講座。受講料と講師依頼費は教材非掲載。生徒のサービス価格モデルは基本導入3万円、活用つき5万円、追加開発10万〜30万円、企業本格開発50万円〜個別見積り（税抜の仮定）。利益例：90,000−9,000−12×3,000=45,000円、150,000−15,000−21×3,000=72,000円、200,000−20,000−30×3,000=90,000円。各行別例。税・営業・固定費別。追加開発例は限定機能で企業本格開発を含まず。30時間が50時間になると差引は3万円。相場・受注・利益は保証しない。</a:t>
            </a:r>
          </a:p>
          <a:p xmlns:a="http://schemas.openxmlformats.org/drawingml/2006/main">
            <a:r>
              <a:t>2026-09-18改訂。配布キットv1.1.0の操作に対応。会話AIには直近最大12メッセージの履歴を渡し、再起動で会話画面の履歴は消えるため必要な内容を保存する。実モデル・外部サービスは各PCで確認。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2026-09-09改訂：共通導入→個人秘書→企業向け試作→サービス設計。</a:t>
            </a:r>
          </a:p>
          <a:p xmlns:a="http://schemas.openxmlformats.org/drawingml/2006/main">
            <a:r>
              <a:t>ナレッジは4段階で増やす</a:t>
            </a:r>
          </a:p>
          <a:p xmlns:a="http://schemas.openxmlformats.org/drawingml/2006/main">
            <a:r>
              <a:t>講師はdocs/INSTRUCTOR_GUIDE.md、操作はdocs/COURSE_GUIDE.mdとP01〜P20を参照。資料の記載は追加機能の実装完了を意味しません。</a:t>
            </a:r>
          </a:p>
          <a:p xmlns:a="http://schemas.openxmlformats.org/drawingml/2006/main">
            <a:r>
              <a:t>企業向けは責任者1名・架空資料の試作。社員公開には認証・権限・分離・承認・ログ・漏えい試験等の別開発が必要。AIの回答は社長本人の承認ではありません。</a:t>
            </a:r>
          </a:p>
          <a:p xmlns:a="http://schemas.openxmlformats.org/drawingml/2006/main">
            <a:r>
              <a:t>個人の既存NORIKOや認証情報は変更しない。Windowsは参加者端末で別途実機確認。料金は公式画面で本人確認。</a:t>
            </a:r>
          </a:p>
          <a:p xmlns:a="http://schemas.openxmlformats.org/drawingml/2006/main">
            <a:r>
              <a:t>公式アプリ導入：https://learn.chatgpt.com/docs/app （確認日2026-09-09）。Obsidian：https://obsidian.md/download 。手順と機能の根拠：配布キットのREADME.md、docs/FEATURE_CATALOG.md、docs/SERVICE_DESIGN.md。</a:t>
            </a:r>
          </a:p>
          <a:p xmlns:a="http://schemas.openxmlformats.org/drawingml/2006/main">
            <a:r>
              <a:t>外部講師による導入・活用講座。受講料と講師依頼費は教材非掲載。生徒のサービス価格モデルは基本導入3万円、活用つき5万円、追加開発10万〜30万円、企業本格開発50万円〜個別見積り（税抜の仮定）。利益例：90,000−9,000−12×3,000=45,000円、150,000−15,000−21×3,000=72,000円、200,000−20,000−30×3,000=90,000円。各行別例。税・営業・固定費別。追加開発例は限定機能で企業本格開発を含まず。30時間が50時間になると差引は3万円。相場・受注・利益は保証しない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2026-09-09改訂：共通導入→個人秘書→企業向け試作→サービス設計。</a:t>
            </a:r>
          </a:p>
          <a:p xmlns:a="http://schemas.openxmlformats.org/drawingml/2006/main">
            <a:r>
              <a:t>抽象的な質問より、具体的な場面を聞く</a:t>
            </a:r>
          </a:p>
          <a:p xmlns:a="http://schemas.openxmlformats.org/drawingml/2006/main">
            <a:r>
              <a:t>講師はdocs/INSTRUCTOR_GUIDE.md、操作はdocs/COURSE_GUIDE.mdとP01〜P20を参照。資料の記載は追加機能の実装完了を意味しません。</a:t>
            </a:r>
          </a:p>
          <a:p xmlns:a="http://schemas.openxmlformats.org/drawingml/2006/main">
            <a:r>
              <a:t>企業向けは責任者1名・架空資料の試作。社員公開には認証・権限・分離・承認・ログ・漏えい試験等の別開発が必要。AIの回答は社長本人の承認ではありません。</a:t>
            </a:r>
          </a:p>
          <a:p xmlns:a="http://schemas.openxmlformats.org/drawingml/2006/main">
            <a:r>
              <a:t>個人の既存NORIKOや認証情報は変更しない。Windowsは参加者端末で別途実機確認。料金は公式画面で本人確認。</a:t>
            </a:r>
          </a:p>
          <a:p xmlns:a="http://schemas.openxmlformats.org/drawingml/2006/main">
            <a:r>
              <a:t>公式アプリ導入：https://learn.chatgpt.com/docs/app （確認日2026-09-09）。Obsidian：https://obsidian.md/download 。手順と機能の根拠：配布キットのREADME.md、docs/FEATURE_CATALOG.md、docs/SERVICE_DESIGN.md。</a:t>
            </a:r>
          </a:p>
          <a:p xmlns:a="http://schemas.openxmlformats.org/drawingml/2006/main">
            <a:r>
              <a:t>外部講師による導入・活用講座。受講料と講師依頼費は教材非掲載。生徒のサービス価格モデルは基本導入3万円、活用つき5万円、追加開発10万〜30万円、企業本格開発50万円〜個別見積り（税抜の仮定）。利益例：90,000−9,000−12×3,000=45,000円、150,000−15,000−21×3,000=72,000円、200,000−20,000−30×3,000=90,000円。各行別例。税・営業・固定費別。追加開発例は限定機能で企業本格開発を含まず。30時間が50時間になると差引は3万円。相場・受注・利益は保証しない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2026-09-09改訂：共通導入→個人秘書→企業向け試作→サービス設計。</a:t>
            </a:r>
          </a:p>
          <a:p xmlns:a="http://schemas.openxmlformats.org/drawingml/2006/main">
            <a:r>
              <a:t>ニュース・天気・ライブ・YouTube</a:t>
            </a:r>
          </a:p>
          <a:p xmlns:a="http://schemas.openxmlformats.org/drawingml/2006/main">
            <a:r>
              <a:t>講師はdocs/INSTRUCTOR_GUIDE.md、操作はdocs/COURSE_GUIDE.mdとP01〜P20を参照。資料の記載は追加機能の実装完了を意味しません。</a:t>
            </a:r>
          </a:p>
          <a:p xmlns:a="http://schemas.openxmlformats.org/drawingml/2006/main">
            <a:r>
              <a:t>企業向けは責任者1名・架空資料の試作。社員公開には認証・権限・分離・承認・ログ・漏えい試験等の別開発が必要。AIの回答は社長本人の承認ではありません。</a:t>
            </a:r>
          </a:p>
          <a:p xmlns:a="http://schemas.openxmlformats.org/drawingml/2006/main">
            <a:r>
              <a:t>個人の既存NORIKOや認証情報は変更しない。Windowsは参加者端末で別途実機確認。料金は公式画面で本人確認。</a:t>
            </a:r>
          </a:p>
          <a:p xmlns:a="http://schemas.openxmlformats.org/drawingml/2006/main">
            <a:r>
              <a:t>公式アプリ導入：https://learn.chatgpt.com/docs/app （確認日2026-09-09）。Obsidian：https://obsidian.md/download 。手順と機能の根拠：配布キットのREADME.md、docs/FEATURE_CATALOG.md、docs/SERVICE_DESIGN.md。</a:t>
            </a:r>
          </a:p>
          <a:p xmlns:a="http://schemas.openxmlformats.org/drawingml/2006/main">
            <a:r>
              <a:t>外部講師による導入・活用講座。受講料と講師依頼費は教材非掲載。生徒のサービス価格モデルは基本導入3万円、活用つき5万円、追加開発10万〜30万円、企業本格開発50万円〜個別見積り（税抜の仮定）。利益例：90,000−9,000−12×3,000=45,000円、150,000−15,000−21×3,000=72,000円、200,000−20,000−30×3,000=90,000円。各行別例。税・営業・固定費別。追加開発例は限定機能で企業本格開発を含まず。30時間が50時間になると差引は3万円。相場・受注・利益は保証しない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2026-09-09改訂：共通導入→個人秘書→企業向け試作→サービス設計。</a:t>
            </a:r>
          </a:p>
          <a:p xmlns:a="http://schemas.openxmlformats.org/drawingml/2006/main">
            <a:r>
              <a:t>壁打ちから制作へ、仕事を引き継ぐ</a:t>
            </a:r>
          </a:p>
          <a:p xmlns:a="http://schemas.openxmlformats.org/drawingml/2006/main">
            <a:r>
              <a:t>講師はdocs/INSTRUCTOR_GUIDE.md、操作はdocs/COURSE_GUIDE.mdとP01〜P20を参照。資料の記載は追加機能の実装完了を意味しません。</a:t>
            </a:r>
          </a:p>
          <a:p xmlns:a="http://schemas.openxmlformats.org/drawingml/2006/main">
            <a:r>
              <a:t>企業向けは責任者1名・架空資料の試作。社員公開には認証・権限・分離・承認・ログ・漏えい試験等の別開発が必要。AIの回答は社長本人の承認ではありません。</a:t>
            </a:r>
          </a:p>
          <a:p xmlns:a="http://schemas.openxmlformats.org/drawingml/2006/main">
            <a:r>
              <a:t>個人の既存NORIKOや認証情報は変更しない。Windowsは参加者端末で別途実機確認。料金は公式画面で本人確認。</a:t>
            </a:r>
          </a:p>
          <a:p xmlns:a="http://schemas.openxmlformats.org/drawingml/2006/main">
            <a:r>
              <a:t>公式アプリ導入：https://learn.chatgpt.com/docs/app （確認日2026-09-09）。Obsidian：https://obsidian.md/download 。手順と機能の根拠：配布キットのREADME.md、docs/FEATURE_CATALOG.md、docs/SERVICE_DESIGN.md。</a:t>
            </a:r>
          </a:p>
          <a:p xmlns:a="http://schemas.openxmlformats.org/drawingml/2006/main">
            <a:r>
              <a:t>外部講師による導入・活用講座。受講料と講師依頼費は教材非掲載。生徒のサービス価格モデルは基本導入3万円、活用つき5万円、追加開発10万〜30万円、企業本格開発50万円〜個別見積り（税抜の仮定）。利益例：90,000−9,000−12×3,000=45,000円、150,000−15,000−21×3,000=72,000円、200,000−20,000−30×3,000=90,000円。各行別例。税・営業・固定費別。追加開発例は限定機能で企業本格開発を含まず。30時間が50時間になると差引は3万円。相場・受注・利益は保証しない。</a:t>
            </a:r>
          </a:p>
          <a:p xmlns:a="http://schemas.openxmlformats.org/drawingml/2006/main">
            <a:r>
              <a:t>2026-09-18改訂。配布キットv1.1.0の操作に対応。会話AIには直近最大12メッセージの履歴を渡し、再起動で会話画面の履歴は消えるため必要な内容を保存する。実モデル・外部サービスは各PCで確認。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2026-09-09改訂：共通導入→個人秘書→企業向け試作→サービス設計。</a:t>
            </a:r>
          </a:p>
          <a:p xmlns:a="http://schemas.openxmlformats.org/drawingml/2006/main">
            <a:r>
              <a:t>機能追加は、日本語で依頼できます</a:t>
            </a:r>
          </a:p>
          <a:p xmlns:a="http://schemas.openxmlformats.org/drawingml/2006/main">
            <a:r>
              <a:t>講師はdocs/INSTRUCTOR_GUIDE.md、操作はdocs/COURSE_GUIDE.mdとP01〜P20を参照。資料の記載は追加機能の実装完了を意味しません。</a:t>
            </a:r>
          </a:p>
          <a:p xmlns:a="http://schemas.openxmlformats.org/drawingml/2006/main">
            <a:r>
              <a:t>企業向けは責任者1名・架空資料の試作。社員公開には認証・権限・分離・承認・ログ・漏えい試験等の別開発が必要。AIの回答は社長本人の承認ではありません。</a:t>
            </a:r>
          </a:p>
          <a:p xmlns:a="http://schemas.openxmlformats.org/drawingml/2006/main">
            <a:r>
              <a:t>個人の既存NORIKOや認証情報は変更しない。Windowsは参加者端末で別途実機確認。料金は公式画面で本人確認。</a:t>
            </a:r>
          </a:p>
          <a:p xmlns:a="http://schemas.openxmlformats.org/drawingml/2006/main">
            <a:r>
              <a:t>公式アプリ導入：https://learn.chatgpt.com/docs/app （確認日2026-09-09）。Obsidian：https://obsidian.md/download 。手順と機能の根拠：配布キットのREADME.md、docs/FEATURE_CATALOG.md、docs/SERVICE_DESIGN.md。</a:t>
            </a:r>
          </a:p>
          <a:p xmlns:a="http://schemas.openxmlformats.org/drawingml/2006/main">
            <a:r>
              <a:t>外部講師による導入・活用講座。受講料と講師依頼費は教材非掲載。生徒のサービス価格モデルは基本導入3万円、活用つき5万円、追加開発10万〜30万円、企業本格開発50万円〜個別見積り（税抜の仮定）。利益例：90,000−9,000−12×3,000=45,000円、150,000−15,000−21×3,000=72,000円、200,000−20,000−30×3,000=90,000円。各行別例。税・営業・固定費別。追加開発例は限定機能で企業本格開発を含まず。30時間が50時間になると差引は3万円。相場・受注・利益は保証しない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2026-09-09改訂：共通導入→個人秘書→企業向け試作→サービス設計。</a:t>
            </a:r>
          </a:p>
          <a:p xmlns:a="http://schemas.openxmlformats.org/drawingml/2006/main">
            <a:r>
              <a:t>追加依頼は6項目で伝える</a:t>
            </a:r>
          </a:p>
          <a:p xmlns:a="http://schemas.openxmlformats.org/drawingml/2006/main">
            <a:r>
              <a:t>講師はdocs/INSTRUCTOR_GUIDE.md、操作はdocs/COURSE_GUIDE.mdとP01〜P20を参照。資料の記載は追加機能の実装完了を意味しません。</a:t>
            </a:r>
          </a:p>
          <a:p xmlns:a="http://schemas.openxmlformats.org/drawingml/2006/main">
            <a:r>
              <a:t>企業向けは責任者1名・架空資料の試作。社員公開には認証・権限・分離・承認・ログ・漏えい試験等の別開発が必要。AIの回答は社長本人の承認ではありません。</a:t>
            </a:r>
          </a:p>
          <a:p xmlns:a="http://schemas.openxmlformats.org/drawingml/2006/main">
            <a:r>
              <a:t>個人の既存NORIKOや認証情報は変更しない。Windowsは参加者端末で別途実機確認。料金は公式画面で本人確認。</a:t>
            </a:r>
          </a:p>
          <a:p xmlns:a="http://schemas.openxmlformats.org/drawingml/2006/main">
            <a:r>
              <a:t>公式アプリ導入：https://learn.chatgpt.com/docs/app （確認日2026-09-09）。Obsidian：https://obsidian.md/download 。手順と機能の根拠：配布キットのREADME.md、docs/FEATURE_CATALOG.md、docs/SERVICE_DESIGN.md。</a:t>
            </a:r>
          </a:p>
          <a:p xmlns:a="http://schemas.openxmlformats.org/drawingml/2006/main">
            <a:r>
              <a:t>外部講師による導入・活用講座。受講料と講師依頼費は教材非掲載。生徒のサービス価格モデルは基本導入3万円、活用つき5万円、追加開発10万〜30万円、企業本格開発50万円〜個別見積り（税抜の仮定）。利益例：90,000−9,000−12×3,000=45,000円、150,000−15,000−21×3,000=72,000円、200,000−20,000−30×3,000=90,000円。各行別例。税・営業・固定費別。追加開発例は限定機能で企業本格開発を含まず。30時間が50時間になると差引は3万円。相場・受注・利益は保証しない。</a:t>
            </a:r>
          </a:p>
          <a:p xmlns:a="http://schemas.openxmlformats.org/drawingml/2006/main">
            <a:r>
              <a:t>2026-09-18改訂。配布キットv1.1.0の操作に対応。会話AIには直近最大12メッセージの履歴を渡し、再起動で会話画面の履歴は消えるため必要な内容を保存する。実モデル・外部サービスは各PCで確認。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2026-09-09改訂：共通導入→個人秘書→企業向け試作→サービス設計。</a:t>
            </a:r>
          </a:p>
          <a:p xmlns:a="http://schemas.openxmlformats.org/drawingml/2006/main">
            <a:r>
              <a:t>話した内容を、確認して知識に残す</a:t>
            </a:r>
          </a:p>
          <a:p xmlns:a="http://schemas.openxmlformats.org/drawingml/2006/main">
            <a:r>
              <a:t>講師はdocs/INSTRUCTOR_GUIDE.md、操作はdocs/COURSE_GUIDE.mdとP01〜P20を参照。資料の記載は追加機能の実装完了を意味しません。</a:t>
            </a:r>
          </a:p>
          <a:p xmlns:a="http://schemas.openxmlformats.org/drawingml/2006/main">
            <a:r>
              <a:t>企業向けは責任者1名・架空資料の試作。社員公開には認証・権限・分離・承認・ログ・漏えい試験等の別開発が必要。AIの回答は社長本人の承認ではありません。</a:t>
            </a:r>
          </a:p>
          <a:p xmlns:a="http://schemas.openxmlformats.org/drawingml/2006/main">
            <a:r>
              <a:t>個人の既存NORIKOや認証情報は変更しない。Windowsは参加者端末で別途実機確認。料金は公式画面で本人確認。</a:t>
            </a:r>
          </a:p>
          <a:p xmlns:a="http://schemas.openxmlformats.org/drawingml/2006/main">
            <a:r>
              <a:t>公式アプリ導入：https://learn.chatgpt.com/docs/app （確認日2026-09-09）。Obsidian：https://obsidian.md/download 。手順と機能の根拠：配布キットのREADME.md、docs/FEATURE_CATALOG.md、docs/SERVICE_DESIGN.md。</a:t>
            </a:r>
          </a:p>
          <a:p xmlns:a="http://schemas.openxmlformats.org/drawingml/2006/main">
            <a:r>
              <a:t>外部講師による導入・活用講座。受講料と講師依頼費は教材非掲載。生徒のサービス価格モデルは基本導入3万円、活用つき5万円、追加開発10万〜30万円、企業本格開発50万円〜個別見積り（税抜の仮定）。利益例：90,000−9,000−12×3,000=45,000円、150,000−15,000−21×3,000=72,000円、200,000−20,000−30×3,000=90,000円。各行別例。税・営業・固定費別。追加開発例は限定機能で企業本格開発を含まず。30時間が50時間になると差引は3万円。相場・受注・利益は保証しない。</a:t>
            </a:r>
          </a:p>
          <a:p xmlns:a="http://schemas.openxmlformats.org/drawingml/2006/main">
            <a:r>
              <a:t>2026-09-18改訂。配布キットv1.1.0の操作に対応。会話AIには直近最大12メッセージの履歴を渡し、再起動で会話画面の履歴は消えるため必要な内容を保存する。実モデル・外部サービスは各PCで確認。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2026-09-09改訂：共通導入→個人秘書→企業向け試作→サービス設計。</a:t>
            </a:r>
          </a:p>
          <a:p xmlns:a="http://schemas.openxmlformats.org/drawingml/2006/main">
            <a:r>
              <a:t>成功者の発言を、目指す人物像へ</a:t>
            </a:r>
          </a:p>
          <a:p xmlns:a="http://schemas.openxmlformats.org/drawingml/2006/main">
            <a:r>
              <a:t>講師はdocs/INSTRUCTOR_GUIDE.md、操作はdocs/COURSE_GUIDE.mdとP01〜P20を参照。資料の記載は追加機能の実装完了を意味しません。</a:t>
            </a:r>
          </a:p>
          <a:p xmlns:a="http://schemas.openxmlformats.org/drawingml/2006/main">
            <a:r>
              <a:t>企業向けは責任者1名・架空資料の試作。社員公開には認証・権限・分離・承認・ログ・漏えい試験等の別開発が必要。AIの回答は社長本人の承認ではありません。</a:t>
            </a:r>
          </a:p>
          <a:p xmlns:a="http://schemas.openxmlformats.org/drawingml/2006/main">
            <a:r>
              <a:t>個人の既存NORIKOや認証情報は変更しない。Windowsは参加者端末で別途実機確認。料金は公式画面で本人確認。</a:t>
            </a:r>
          </a:p>
          <a:p xmlns:a="http://schemas.openxmlformats.org/drawingml/2006/main">
            <a:r>
              <a:t>公式アプリ導入：https://learn.chatgpt.com/docs/app （確認日2026-09-09）。Obsidian：https://obsidian.md/download 。手順と機能の根拠：配布キットのREADME.md、docs/FEATURE_CATALOG.md、docs/SERVICE_DESIGN.md。</a:t>
            </a:r>
          </a:p>
          <a:p xmlns:a="http://schemas.openxmlformats.org/drawingml/2006/main">
            <a:r>
              <a:t>外部講師による導入・活用講座。受講料と講師依頼費は教材非掲載。生徒のサービス価格モデルは基本導入3万円、活用つき5万円、追加開発10万〜30万円、企業本格開発50万円〜個別見積り（税抜の仮定）。利益例：90,000−9,000−12×3,000=45,000円、150,000−15,000−21×3,000=72,000円、200,000−20,000−30×3,000=90,000円。各行別例。税・営業・固定費別。追加開発例は限定機能で企業本格開発を含まず。30時間が50時間になると差引は3万円。相場・受注・利益は保証しない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2026-09-09改訂：共通導入→個人秘書→企業向け試作→サービス設計。</a:t>
            </a:r>
          </a:p>
          <a:p xmlns:a="http://schemas.openxmlformats.org/drawingml/2006/main">
            <a:r>
              <a:t>追加開発：AIプロジェクトをまとめて確認</a:t>
            </a:r>
          </a:p>
          <a:p xmlns:a="http://schemas.openxmlformats.org/drawingml/2006/main">
            <a:r>
              <a:t>講師はdocs/INSTRUCTOR_GUIDE.md、操作はdocs/COURSE_GUIDE.mdとP01〜P20を参照。資料の記載は追加機能の実装完了を意味しません。</a:t>
            </a:r>
          </a:p>
          <a:p xmlns:a="http://schemas.openxmlformats.org/drawingml/2006/main">
            <a:r>
              <a:t>企業向けは責任者1名・架空資料の試作。社員公開には認証・権限・分離・承認・ログ・漏えい試験等の別開発が必要。AIの回答は社長本人の承認ではありません。</a:t>
            </a:r>
          </a:p>
          <a:p xmlns:a="http://schemas.openxmlformats.org/drawingml/2006/main">
            <a:r>
              <a:t>個人の既存NORIKOや認証情報は変更しない。Windowsは参加者端末で別途実機確認。料金は公式画面で本人確認。</a:t>
            </a:r>
          </a:p>
          <a:p xmlns:a="http://schemas.openxmlformats.org/drawingml/2006/main">
            <a:r>
              <a:t>公式アプリ導入：https://learn.chatgpt.com/docs/app （確認日2026-09-09）。Obsidian：https://obsidian.md/download 。手順と機能の根拠：配布キットのREADME.md、docs/FEATURE_CATALOG.md、docs/SERVICE_DESIGN.md。</a:t>
            </a:r>
          </a:p>
          <a:p xmlns:a="http://schemas.openxmlformats.org/drawingml/2006/main">
            <a:r>
              <a:t>外部講師による導入・活用講座。受講料と講師依頼費は教材非掲載。生徒のサービス価格モデルは基本導入3万円、活用つき5万円、追加開発10万〜30万円、企業本格開発50万円〜個別見積り（税抜の仮定）。利益例：90,000−9,000−12×3,000=45,000円、150,000−15,000−21×3,000=72,000円、200,000−20,000−30×3,000=90,000円。各行別例。税・営業・固定費別。追加開発例は限定機能で企業本格開発を含まず。30時間が50時間になると差引は3万円。相場・受注・利益は保証しない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2026-09-09改訂：共通導入→個人秘書→企業向け試作→サービス設計。</a:t>
            </a:r>
          </a:p>
          <a:p xmlns:a="http://schemas.openxmlformats.org/drawingml/2006/main">
            <a:r>
              <a:t>1日の中で、使う場所を決める</a:t>
            </a:r>
          </a:p>
          <a:p xmlns:a="http://schemas.openxmlformats.org/drawingml/2006/main">
            <a:r>
              <a:t>講師はdocs/INSTRUCTOR_GUIDE.md、操作はdocs/COURSE_GUIDE.mdとP01〜P20を参照。資料の記載は追加機能の実装完了を意味しません。</a:t>
            </a:r>
          </a:p>
          <a:p xmlns:a="http://schemas.openxmlformats.org/drawingml/2006/main">
            <a:r>
              <a:t>企業向けは責任者1名・架空資料の試作。社員公開には認証・権限・分離・承認・ログ・漏えい試験等の別開発が必要。AIの回答は社長本人の承認ではありません。</a:t>
            </a:r>
          </a:p>
          <a:p xmlns:a="http://schemas.openxmlformats.org/drawingml/2006/main">
            <a:r>
              <a:t>個人の既存NORIKOや認証情報は変更しない。Windowsは参加者端末で別途実機確認。料金は公式画面で本人確認。</a:t>
            </a:r>
          </a:p>
          <a:p xmlns:a="http://schemas.openxmlformats.org/drawingml/2006/main">
            <a:r>
              <a:t>公式アプリ導入：https://learn.chatgpt.com/docs/app （確認日2026-09-09）。Obsidian：https://obsidian.md/download 。手順と機能の根拠：配布キットのREADME.md、docs/FEATURE_CATALOG.md、docs/SERVICE_DESIGN.md。</a:t>
            </a:r>
          </a:p>
          <a:p xmlns:a="http://schemas.openxmlformats.org/drawingml/2006/main">
            <a:r>
              <a:t>外部講師による導入・活用講座。受講料と講師依頼費は教材非掲載。生徒のサービス価格モデルは基本導入3万円、活用つき5万円、追加開発10万〜30万円、企業本格開発50万円〜個別見積り（税抜の仮定）。利益例：90,000−9,000−12×3,000=45,000円、150,000−15,000−21×3,000=72,000円、200,000−20,000−30×3,000=90,000円。各行別例。税・営業・固定費別。追加開発例は限定機能で企業本格開発を含まず。30時間が50時間になると差引は3万円。相場・受注・利益は保証しない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2026-09-09改訂：共通導入→個人秘書→企業向け試作→サービス設計。</a:t>
            </a:r>
          </a:p>
          <a:p xmlns:a="http://schemas.openxmlformats.org/drawingml/2006/main">
            <a:r>
              <a:t>社長に聞く前の、相談の整理役にする</a:t>
            </a:r>
          </a:p>
          <a:p xmlns:a="http://schemas.openxmlformats.org/drawingml/2006/main">
            <a:r>
              <a:t>講師はdocs/INSTRUCTOR_GUIDE.md、操作はdocs/COURSE_GUIDE.mdとP01〜P20を参照。資料の記載は追加機能の実装完了を意味しません。</a:t>
            </a:r>
          </a:p>
          <a:p xmlns:a="http://schemas.openxmlformats.org/drawingml/2006/main">
            <a:r>
              <a:t>企業向けは責任者1名・架空資料の試作。社員公開には認証・権限・分離・承認・ログ・漏えい試験等の別開発が必要。AIの回答は社長本人の承認ではありません。</a:t>
            </a:r>
          </a:p>
          <a:p xmlns:a="http://schemas.openxmlformats.org/drawingml/2006/main">
            <a:r>
              <a:t>個人の既存NORIKOや認証情報は変更しない。Windowsは参加者端末で別途実機確認。料金は公式画面で本人確認。</a:t>
            </a:r>
          </a:p>
          <a:p xmlns:a="http://schemas.openxmlformats.org/drawingml/2006/main">
            <a:r>
              <a:t>公式アプリ導入：https://learn.chatgpt.com/docs/app （確認日2026-09-09）。Obsidian：https://obsidian.md/download 。手順と機能の根拠：配布キットのREADME.md、docs/FEATURE_CATALOG.md、docs/SERVICE_DESIGN.md。</a:t>
            </a:r>
          </a:p>
          <a:p xmlns:a="http://schemas.openxmlformats.org/drawingml/2006/main">
            <a:r>
              <a:t>外部講師による導入・活用講座。受講料と講師依頼費は教材非掲載。生徒のサービス価格モデルは基本導入3万円、活用つき5万円、追加開発10万〜30万円、企業本格開発50万円〜個別見積り（税抜の仮定）。利益例：90,000−9,000−12×3,000=45,000円、150,000−15,000−21×3,000=72,000円、200,000−20,000−30×3,000=90,000円。各行別例。税・営業・固定費別。追加開発例は限定機能で企業本格開発を含まず。30時間が50時間になると差引は3万円。相場・受注・利益は保証しない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2026-09-09改訂：共通導入→個人秘書→企業向け試作→サービス設計。</a:t>
            </a:r>
          </a:p>
          <a:p xmlns:a="http://schemas.openxmlformats.org/drawingml/2006/main">
            <a:r>
              <a:t>入れるのは、確認済みの判断基準</a:t>
            </a:r>
          </a:p>
          <a:p xmlns:a="http://schemas.openxmlformats.org/drawingml/2006/main">
            <a:r>
              <a:t>講師はdocs/INSTRUCTOR_GUIDE.md、操作はdocs/COURSE_GUIDE.mdとP01〜P20を参照。資料の記載は追加機能の実装完了を意味しません。</a:t>
            </a:r>
          </a:p>
          <a:p xmlns:a="http://schemas.openxmlformats.org/drawingml/2006/main">
            <a:r>
              <a:t>企業向けは責任者1名・架空資料の試作。社員公開には認証・権限・分離・承認・ログ・漏えい試験等の別開発が必要。AIの回答は社長本人の承認ではありません。</a:t>
            </a:r>
          </a:p>
          <a:p xmlns:a="http://schemas.openxmlformats.org/drawingml/2006/main">
            <a:r>
              <a:t>個人の既存NORIKOや認証情報は変更しない。Windowsは参加者端末で別途実機確認。料金は公式画面で本人確認。</a:t>
            </a:r>
          </a:p>
          <a:p xmlns:a="http://schemas.openxmlformats.org/drawingml/2006/main">
            <a:r>
              <a:t>公式アプリ導入：https://learn.chatgpt.com/docs/app （確認日2026-09-09）。Obsidian：https://obsidian.md/download 。手順と機能の根拠：配布キットのREADME.md、docs/FEATURE_CATALOG.md、docs/SERVICE_DESIGN.md。</a:t>
            </a:r>
          </a:p>
          <a:p xmlns:a="http://schemas.openxmlformats.org/drawingml/2006/main">
            <a:r>
              <a:t>外部講師による導入・活用講座。受講料と講師依頼費は教材非掲載。生徒のサービス価格モデルは基本導入3万円、活用つき5万円、追加開発10万〜30万円、企業本格開発50万円〜個別見積り（税抜の仮定）。利益例：90,000−9,000−12×3,000=45,000円、150,000−15,000−21×3,000=72,000円、200,000−20,000−30×3,000=90,000円。各行別例。税・営業・固定費別。追加開発例は限定機能で企業本格開発を含まず。30時間が50時間になると差引は3万円。相場・受注・利益は保証しない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2026-09-09改訂：共通導入→個人秘書→企業向け試作→サービス設計。</a:t>
            </a:r>
          </a:p>
          <a:p xmlns:a="http://schemas.openxmlformats.org/drawingml/2006/main">
            <a:r>
              <a:t>答えは「根拠・提案・確認事項」に分ける</a:t>
            </a:r>
          </a:p>
          <a:p xmlns:a="http://schemas.openxmlformats.org/drawingml/2006/main">
            <a:r>
              <a:t>講師はdocs/INSTRUCTOR_GUIDE.md、操作はdocs/COURSE_GUIDE.mdとP01〜P20を参照。資料の記載は追加機能の実装完了を意味しません。</a:t>
            </a:r>
          </a:p>
          <a:p xmlns:a="http://schemas.openxmlformats.org/drawingml/2006/main">
            <a:r>
              <a:t>企業向けは責任者1名・架空資料の試作。社員公開には認証・権限・分離・承認・ログ・漏えい試験等の別開発が必要。AIの回答は社長本人の承認ではありません。</a:t>
            </a:r>
          </a:p>
          <a:p xmlns:a="http://schemas.openxmlformats.org/drawingml/2006/main">
            <a:r>
              <a:t>個人の既存NORIKOや認証情報は変更しない。Windowsは参加者端末で別途実機確認。料金は公式画面で本人確認。</a:t>
            </a:r>
          </a:p>
          <a:p xmlns:a="http://schemas.openxmlformats.org/drawingml/2006/main">
            <a:r>
              <a:t>公式アプリ導入：https://learn.chatgpt.com/docs/app （確認日2026-09-09）。Obsidian：https://obsidian.md/download 。手順と機能の根拠：配布キットのREADME.md、docs/FEATURE_CATALOG.md、docs/SERVICE_DESIGN.md。</a:t>
            </a:r>
          </a:p>
          <a:p xmlns:a="http://schemas.openxmlformats.org/drawingml/2006/main">
            <a:r>
              <a:t>外部講師による導入・活用講座。受講料と講師依頼費は教材非掲載。生徒のサービス価格モデルは基本導入3万円、活用つき5万円、追加開発10万〜30万円、企業本格開発50万円〜個別見積り（税抜の仮定）。利益例：90,000−9,000−12×3,000=45,000円、150,000−15,000−21×3,000=72,000円、200,000−20,000−30×3,000=90,000円。各行別例。税・営業・固定費別。追加開発例は限定機能で企業本格開発を含まず。30時間が50時間になると差引は3万円。相場・受注・利益は保証しない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2026-09-09改訂：共通導入→個人秘書→企業向け試作→サービス設計。</a:t>
            </a:r>
          </a:p>
          <a:p xmlns:a="http://schemas.openxmlformats.org/drawingml/2006/main">
            <a:r>
              <a:t>社員公開には、安全対策の別開発が必要</a:t>
            </a:r>
          </a:p>
          <a:p xmlns:a="http://schemas.openxmlformats.org/drawingml/2006/main">
            <a:r>
              <a:t>講師はdocs/INSTRUCTOR_GUIDE.md、操作はdocs/COURSE_GUIDE.mdとP01〜P20を参照。資料の記載は追加機能の実装完了を意味しません。</a:t>
            </a:r>
          </a:p>
          <a:p xmlns:a="http://schemas.openxmlformats.org/drawingml/2006/main">
            <a:r>
              <a:t>企業向けは責任者1名・架空資料の試作。社員公開には認証・権限・分離・承認・ログ・漏えい試験等の別開発が必要。AIの回答は社長本人の承認ではありません。</a:t>
            </a:r>
          </a:p>
          <a:p xmlns:a="http://schemas.openxmlformats.org/drawingml/2006/main">
            <a:r>
              <a:t>個人の既存NORIKOや認証情報は変更しない。Windowsは参加者端末で別途実機確認。料金は公式画面で本人確認。</a:t>
            </a:r>
          </a:p>
          <a:p xmlns:a="http://schemas.openxmlformats.org/drawingml/2006/main">
            <a:r>
              <a:t>公式アプリ導入：https://learn.chatgpt.com/docs/app （確認日2026-09-09）。Obsidian：https://obsidian.md/download 。手順と機能の根拠：配布キットのREADME.md、docs/FEATURE_CATALOG.md、docs/SERVICE_DESIGN.md。</a:t>
            </a:r>
          </a:p>
          <a:p xmlns:a="http://schemas.openxmlformats.org/drawingml/2006/main">
            <a:r>
              <a:t>外部講師による導入・活用講座。受講料と講師依頼費は教材非掲載。生徒のサービス価格モデルは基本導入3万円、活用つき5万円、追加開発10万〜30万円、企業本格開発50万円〜個別見積り（税抜の仮定）。利益例：90,000−9,000−12×3,000=45,000円、150,000−15,000−21×3,000=72,000円、200,000−20,000−30×3,000=90,000円。各行別例。税・営業・固定費別。追加開発例は限定機能で企業本格開発を含まず。30時間が50時間になると差引は3万円。相場・受注・利益は保証しない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2026-09-09改訂：共通導入→個人秘書→企業向け試作→サービス設計。</a:t>
            </a:r>
          </a:p>
          <a:p xmlns:a="http://schemas.openxmlformats.org/drawingml/2006/main">
            <a:r>
              <a:t>うまい返答より、安全に止まれるかを試す</a:t>
            </a:r>
          </a:p>
          <a:p xmlns:a="http://schemas.openxmlformats.org/drawingml/2006/main">
            <a:r>
              <a:t>講師はdocs/INSTRUCTOR_GUIDE.md、操作はdocs/COURSE_GUIDE.mdとP01〜P20を参照。資料の記載は追加機能の実装完了を意味しません。</a:t>
            </a:r>
          </a:p>
          <a:p xmlns:a="http://schemas.openxmlformats.org/drawingml/2006/main">
            <a:r>
              <a:t>企業向けは責任者1名・架空資料の試作。社員公開には認証・権限・分離・承認・ログ・漏えい試験等の別開発が必要。AIの回答は社長本人の承認ではありません。</a:t>
            </a:r>
          </a:p>
          <a:p xmlns:a="http://schemas.openxmlformats.org/drawingml/2006/main">
            <a:r>
              <a:t>個人の既存NORIKOや認証情報は変更しない。Windowsは参加者端末で別途実機確認。料金は公式画面で本人確認。</a:t>
            </a:r>
          </a:p>
          <a:p xmlns:a="http://schemas.openxmlformats.org/drawingml/2006/main">
            <a:r>
              <a:t>公式アプリ導入：https://learn.chatgpt.com/docs/app （確認日2026-09-09）。Obsidian：https://obsidian.md/download 。手順と機能の根拠：配布キットのREADME.md、docs/FEATURE_CATALOG.md、docs/SERVICE_DESIGN.md。</a:t>
            </a:r>
          </a:p>
          <a:p xmlns:a="http://schemas.openxmlformats.org/drawingml/2006/main">
            <a:r>
              <a:t>外部講師による導入・活用講座。受講料と講師依頼費は教材非掲載。生徒のサービス価格モデルは基本導入3万円、活用つき5万円、追加開発10万〜30万円、企業本格開発50万円〜個別見積り（税抜の仮定）。利益例：90,000−9,000−12×3,000=45,000円、150,000−15,000−21×3,000=72,000円、200,000−20,000−30×3,000=90,000円。各行別例。税・営業・固定費別。追加開発例は限定機能で企業本格開発を含まず。30時間が50時間になると差引は3万円。相場・受注・利益は保証しない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2026-09-09改訂：共通導入→個人秘書→企業向け試作→サービス設計。</a:t>
            </a:r>
          </a:p>
          <a:p xmlns:a="http://schemas.openxmlformats.org/drawingml/2006/main">
            <a:r>
              <a:t>よくある「動かない」は、ここを見る</a:t>
            </a:r>
          </a:p>
          <a:p xmlns:a="http://schemas.openxmlformats.org/drawingml/2006/main">
            <a:r>
              <a:t>講師はdocs/INSTRUCTOR_GUIDE.md、操作はdocs/COURSE_GUIDE.mdとP01〜P20を参照。資料の記載は追加機能の実装完了を意味しません。</a:t>
            </a:r>
          </a:p>
          <a:p xmlns:a="http://schemas.openxmlformats.org/drawingml/2006/main">
            <a:r>
              <a:t>企業向けは責任者1名・架空資料の試作。社員公開には認証・権限・分離・承認・ログ・漏えい試験等の別開発が必要。AIの回答は社長本人の承認ではありません。</a:t>
            </a:r>
          </a:p>
          <a:p xmlns:a="http://schemas.openxmlformats.org/drawingml/2006/main">
            <a:r>
              <a:t>個人の既存NORIKOや認証情報は変更しない。Windowsは参加者端末で別途実機確認。料金は公式画面で本人確認。</a:t>
            </a:r>
          </a:p>
          <a:p xmlns:a="http://schemas.openxmlformats.org/drawingml/2006/main">
            <a:r>
              <a:t>公式アプリ導入：https://learn.chatgpt.com/docs/app （確認日2026-09-09）。Obsidian：https://obsidian.md/download 。手順と機能の根拠：配布キットのREADME.md、docs/FEATURE_CATALOG.md、docs/SERVICE_DESIGN.md。</a:t>
            </a:r>
          </a:p>
          <a:p xmlns:a="http://schemas.openxmlformats.org/drawingml/2006/main">
            <a:r>
              <a:t>外部講師による導入・活用講座。受講料と講師依頼費は教材非掲載。生徒のサービス価格モデルは基本導入3万円、活用つき5万円、追加開発10万〜30万円、企業本格開発50万円〜個別見積り（税抜の仮定）。利益例：90,000−9,000−12×3,000=45,000円、150,000−15,000−21×3,000=72,000円、200,000−20,000−30×3,000=90,000円。各行別例。税・営業・固定費別。追加開発例は限定機能で企業本格開発を含まず。30時間が50時間になると差引は3万円。相場・受注・利益は保証しない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2026-09-09改訂：共通導入→個人秘書→企業向け試作→サービス設計。</a:t>
            </a:r>
          </a:p>
          <a:p xmlns:a="http://schemas.openxmlformats.org/drawingml/2006/main">
            <a:r>
              <a:t>安全に使うための5つのルール</a:t>
            </a:r>
          </a:p>
          <a:p xmlns:a="http://schemas.openxmlformats.org/drawingml/2006/main">
            <a:r>
              <a:t>講師はdocs/INSTRUCTOR_GUIDE.md、操作はdocs/COURSE_GUIDE.mdとP01〜P20を参照。資料の記載は追加機能の実装完了を意味しません。</a:t>
            </a:r>
          </a:p>
          <a:p xmlns:a="http://schemas.openxmlformats.org/drawingml/2006/main">
            <a:r>
              <a:t>企業向けは責任者1名・架空資料の試作。社員公開には認証・権限・分離・承認・ログ・漏えい試験等の別開発が必要。AIの回答は社長本人の承認ではありません。</a:t>
            </a:r>
          </a:p>
          <a:p xmlns:a="http://schemas.openxmlformats.org/drawingml/2006/main">
            <a:r>
              <a:t>個人の既存NORIKOや認証情報は変更しない。Windowsは参加者端末で別途実機確認。料金は公式画面で本人確認。</a:t>
            </a:r>
          </a:p>
          <a:p xmlns:a="http://schemas.openxmlformats.org/drawingml/2006/main">
            <a:r>
              <a:t>公式アプリ導入：https://learn.chatgpt.com/docs/app （確認日2026-09-09）。Obsidian：https://obsidian.md/download 。手順と機能の根拠：配布キットのREADME.md、docs/FEATURE_CATALOG.md、docs/SERVICE_DESIGN.md。</a:t>
            </a:r>
          </a:p>
          <a:p xmlns:a="http://schemas.openxmlformats.org/drawingml/2006/main">
            <a:r>
              <a:t>外部講師による導入・活用講座。受講料と講師依頼費は教材非掲載。生徒のサービス価格モデルは基本導入3万円、活用つき5万円、追加開発10万〜30万円、企業本格開発50万円〜個別見積り（税抜の仮定）。利益例：90,000−9,000−12×3,000=45,000円、150,000−15,000−21×3,000=72,000円、200,000−20,000−30×3,000=90,000円。各行別例。税・営業・固定費別。追加開発例は限定機能で企業本格開発を含まず。30時間が50時間になると差引は3万円。相場・受注・利益は保証しない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2026-09-09改訂：共通導入→個人秘書→企業向け試作→サービス設計。</a:t>
            </a:r>
          </a:p>
          <a:p xmlns:a="http://schemas.openxmlformats.org/drawingml/2006/main">
            <a:r>
              <a:t>販売するのはフォルダではなく、使える変化</a:t>
            </a:r>
          </a:p>
          <a:p xmlns:a="http://schemas.openxmlformats.org/drawingml/2006/main">
            <a:r>
              <a:t>講師はdocs/INSTRUCTOR_GUIDE.md、操作はdocs/COURSE_GUIDE.mdとP01〜P20を参照。資料の記載は追加機能の実装完了を意味しません。</a:t>
            </a:r>
          </a:p>
          <a:p xmlns:a="http://schemas.openxmlformats.org/drawingml/2006/main">
            <a:r>
              <a:t>企業向けは責任者1名・架空資料の試作。社員公開には認証・権限・分離・承認・ログ・漏えい試験等の別開発が必要。AIの回答は社長本人の承認ではありません。</a:t>
            </a:r>
          </a:p>
          <a:p xmlns:a="http://schemas.openxmlformats.org/drawingml/2006/main">
            <a:r>
              <a:t>個人の既存NORIKOや認証情報は変更しない。Windowsは参加者端末で別途実機確認。料金は公式画面で本人確認。</a:t>
            </a:r>
          </a:p>
          <a:p xmlns:a="http://schemas.openxmlformats.org/drawingml/2006/main">
            <a:r>
              <a:t>公式アプリ導入：https://learn.chatgpt.com/docs/app （確認日2026-09-09）。Obsidian：https://obsidian.md/download 。手順と機能の根拠：配布キットのREADME.md、docs/FEATURE_CATALOG.md、docs/SERVICE_DESIGN.md。</a:t>
            </a:r>
          </a:p>
          <a:p xmlns:a="http://schemas.openxmlformats.org/drawingml/2006/main">
            <a:r>
              <a:t>外部講師による導入・活用講座。受講料と講師依頼費は教材非掲載。生徒のサービス価格モデルは基本導入3万円、活用つき5万円、追加開発10万〜30万円、企業本格開発50万円〜個別見積り（税抜の仮定）。利益例：90,000−9,000−12×3,000=45,000円、150,000−15,000−21×3,000=72,000円、200,000−20,000−30×3,000=90,000円。各行別例。税・営業・固定費別。追加開発例は限定機能で企業本格開発を含まず。30時間が50時間になると差引は3万円。相場・受注・利益は保証しない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2026-09-09改訂：共通導入→個人秘書→企業向け試作→サービス設計。</a:t>
            </a:r>
          </a:p>
          <a:p xmlns:a="http://schemas.openxmlformats.org/drawingml/2006/main">
            <a:r>
              <a:t>同じ土台から、支援メニューを分ける</a:t>
            </a:r>
          </a:p>
          <a:p xmlns:a="http://schemas.openxmlformats.org/drawingml/2006/main">
            <a:r>
              <a:t>講師はdocs/INSTRUCTOR_GUIDE.md、操作はdocs/COURSE_GUIDE.mdとP01〜P20を参照。資料の記載は追加機能の実装完了を意味しません。</a:t>
            </a:r>
          </a:p>
          <a:p xmlns:a="http://schemas.openxmlformats.org/drawingml/2006/main">
            <a:r>
              <a:t>企業向けは責任者1名・架空資料の試作。社員公開には認証・権限・分離・承認・ログ・漏えい試験等の別開発が必要。AIの回答は社長本人の承認ではありません。</a:t>
            </a:r>
          </a:p>
          <a:p xmlns:a="http://schemas.openxmlformats.org/drawingml/2006/main">
            <a:r>
              <a:t>個人の既存NORIKOや認証情報は変更しない。Windowsは参加者端末で別途実機確認。料金は公式画面で本人確認。</a:t>
            </a:r>
          </a:p>
          <a:p xmlns:a="http://schemas.openxmlformats.org/drawingml/2006/main">
            <a:r>
              <a:t>公式アプリ導入：https://learn.chatgpt.com/docs/app （確認日2026-09-09）。Obsidian：https://obsidian.md/download 。手順と機能の根拠：配布キットのREADME.md、docs/FEATURE_CATALOG.md、docs/SERVICE_DESIGN.md。</a:t>
            </a:r>
          </a:p>
          <a:p xmlns:a="http://schemas.openxmlformats.org/drawingml/2006/main">
            <a:r>
              <a:t>外部講師による導入・活用講座。受講料と講師依頼費は教材非掲載。生徒のサービス価格モデルは基本導入3万円、活用つき5万円、追加開発10万〜30万円、企業本格開発50万円〜個別見積り（税抜の仮定）。利益例：90,000−9,000−12×3,000=45,000円、150,000−15,000−21×3,000=72,000円、200,000−20,000−30×3,000=90,000円。各行別例。税・営業・固定費別。追加開発例は限定機能で企業本格開発を含まず。30時間が50時間になると差引は3万円。相場・受注・利益は保証しない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2026-09-09改訂：共通導入→個人秘書→企業向け試作→サービス設計。</a:t>
            </a:r>
          </a:p>
          <a:p xmlns:a="http://schemas.openxmlformats.org/drawingml/2006/main">
            <a:r>
              <a:t>導入支援と追加開発は、価格と範囲を分ける</a:t>
            </a:r>
          </a:p>
          <a:p xmlns:a="http://schemas.openxmlformats.org/drawingml/2006/main">
            <a:r>
              <a:t>講師はdocs/INSTRUCTOR_GUIDE.md、操作はdocs/COURSE_GUIDE.mdとP01〜P20を参照。資料の記載は追加機能の実装完了を意味しません。</a:t>
            </a:r>
          </a:p>
          <a:p xmlns:a="http://schemas.openxmlformats.org/drawingml/2006/main">
            <a:r>
              <a:t>企業向けは責任者1名・架空資料の試作。社員公開には認証・権限・分離・承認・ログ・漏えい試験等の別開発が必要。AIの回答は社長本人の承認ではありません。</a:t>
            </a:r>
          </a:p>
          <a:p xmlns:a="http://schemas.openxmlformats.org/drawingml/2006/main">
            <a:r>
              <a:t>個人の既存NORIKOや認証情報は変更しない。Windowsは参加者端末で別途実機確認。料金は公式画面で本人確認。</a:t>
            </a:r>
          </a:p>
          <a:p xmlns:a="http://schemas.openxmlformats.org/drawingml/2006/main">
            <a:r>
              <a:t>公式アプリ導入：https://learn.chatgpt.com/docs/app （確認日2026-09-09）。Obsidian：https://obsidian.md/download 。手順と機能の根拠：配布キットのREADME.md、docs/FEATURE_CATALOG.md、docs/SERVICE_DESIGN.md。</a:t>
            </a:r>
          </a:p>
          <a:p xmlns:a="http://schemas.openxmlformats.org/drawingml/2006/main">
            <a:r>
              <a:t>外部講師による導入・活用講座。受講料と講師依頼費は教材非掲載。生徒のサービス価格モデルは基本導入3万円、活用つき5万円、追加開発10万〜30万円、企業本格開発50万円〜個別見積り（税抜の仮定）。利益例：90,000−9,000−12×3,000=45,000円、150,000−15,000−21×3,000=72,000円、200,000−20,000−30×3,000=90,000円。各行別例。税・営業・固定費別。追加開発例は限定機能で企業本格開発を含まず。30時間が50時間になると差引は3万円。相場・受注・利益は保証しない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2026-09-09改訂：共通導入→個人秘書→企業向け試作→サービス設計。</a:t>
            </a:r>
          </a:p>
          <a:p xmlns:a="http://schemas.openxmlformats.org/drawingml/2006/main">
            <a:r>
              <a:t>自分の作業時間も含めて、利益を試算する</a:t>
            </a:r>
          </a:p>
          <a:p xmlns:a="http://schemas.openxmlformats.org/drawingml/2006/main">
            <a:r>
              <a:t>講師はdocs/INSTRUCTOR_GUIDE.md、操作はdocs/COURSE_GUIDE.mdとP01〜P20を参照。資料の記載は追加機能の実装完了を意味しません。</a:t>
            </a:r>
          </a:p>
          <a:p xmlns:a="http://schemas.openxmlformats.org/drawingml/2006/main">
            <a:r>
              <a:t>企業向けは責任者1名・架空資料の試作。社員公開には認証・権限・分離・承認・ログ・漏えい試験等の別開発が必要。AIの回答は社長本人の承認ではありません。</a:t>
            </a:r>
          </a:p>
          <a:p xmlns:a="http://schemas.openxmlformats.org/drawingml/2006/main">
            <a:r>
              <a:t>個人の既存NORIKOや認証情報は変更しない。Windowsは参加者端末で別途実機確認。料金は公式画面で本人確認。</a:t>
            </a:r>
          </a:p>
          <a:p xmlns:a="http://schemas.openxmlformats.org/drawingml/2006/main">
            <a:r>
              <a:t>公式アプリ導入：https://learn.chatgpt.com/docs/app （確認日2026-09-09）。Obsidian：https://obsidian.md/download 。手順と機能の根拠：配布キットのREADME.md、docs/FEATURE_CATALOG.md、docs/SERVICE_DESIGN.md。</a:t>
            </a:r>
          </a:p>
          <a:p xmlns:a="http://schemas.openxmlformats.org/drawingml/2006/main">
            <a:r>
              <a:t>外部講師による導入・活用講座。受講料と講師依頼費は教材非掲載。生徒のサービス価格モデルは基本導入3万円、活用つき5万円、追加開発10万〜30万円、企業本格開発50万円〜個別見積り（税抜の仮定）。利益例：90,000−9,000−12×3,000=45,000円、150,000−15,000−21×3,000=72,000円、200,000−20,000−30×3,000=90,000円。各行別例。税・営業・固定費別。追加開発例は限定機能で企業本格開発を含まず。30時間が50時間になると差引は3万円。相場・受注・利益は保証しない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2026-09-09改訂：共通導入→個人秘書→企業向け試作→サービス設計。</a:t>
            </a:r>
          </a:p>
          <a:p xmlns:a="http://schemas.openxmlformats.org/drawingml/2006/main">
            <a:r>
              <a:t>誰の、何を、どこまで助けるか</a:t>
            </a:r>
          </a:p>
          <a:p xmlns:a="http://schemas.openxmlformats.org/drawingml/2006/main">
            <a:r>
              <a:t>講師はdocs/INSTRUCTOR_GUIDE.md、操作はdocs/COURSE_GUIDE.mdとP01〜P20を参照。資料の記載は追加機能の実装完了を意味しません。</a:t>
            </a:r>
          </a:p>
          <a:p xmlns:a="http://schemas.openxmlformats.org/drawingml/2006/main">
            <a:r>
              <a:t>企業向けは責任者1名・架空資料の試作。社員公開には認証・権限・分離・承認・ログ・漏えい試験等の別開発が必要。AIの回答は社長本人の承認ではありません。</a:t>
            </a:r>
          </a:p>
          <a:p xmlns:a="http://schemas.openxmlformats.org/drawingml/2006/main">
            <a:r>
              <a:t>個人の既存NORIKOや認証情報は変更しない。Windowsは参加者端末で別途実機確認。料金は公式画面で本人確認。</a:t>
            </a:r>
          </a:p>
          <a:p xmlns:a="http://schemas.openxmlformats.org/drawingml/2006/main">
            <a:r>
              <a:t>公式アプリ導入：https://learn.chatgpt.com/docs/app （確認日2026-09-09）。Obsidian：https://obsidian.md/download 。手順と機能の根拠：配布キットのREADME.md、docs/FEATURE_CATALOG.md、docs/SERVICE_DESIGN.md。</a:t>
            </a:r>
          </a:p>
          <a:p xmlns:a="http://schemas.openxmlformats.org/drawingml/2006/main">
            <a:r>
              <a:t>外部講師による導入・活用講座。受講料と講師依頼費は教材非掲載。生徒のサービス価格モデルは基本導入3万円、活用つき5万円、追加開発10万〜30万円、企業本格開発50万円〜個別見積り（税抜の仮定）。利益例：90,000−9,000−12×3,000=45,000円、150,000−15,000−21×3,000=72,000円、200,000−20,000−30×3,000=90,000円。各行別例。税・営業・固定費別。追加開発例は限定機能で企業本格開発を含まず。30時間が50時間になると差引は3万円。相場・受注・利益は保証しない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2026-09-09改訂：共通導入→個人秘書→企業向け試作→サービス設計。</a:t>
            </a:r>
          </a:p>
          <a:p xmlns:a="http://schemas.openxmlformats.org/drawingml/2006/main">
            <a:r>
              <a:t>最初に「含む・含まない」を決める</a:t>
            </a:r>
          </a:p>
          <a:p xmlns:a="http://schemas.openxmlformats.org/drawingml/2006/main">
            <a:r>
              <a:t>講師はdocs/INSTRUCTOR_GUIDE.md、操作はdocs/COURSE_GUIDE.mdとP01〜P20を参照。資料の記載は追加機能の実装完了を意味しません。</a:t>
            </a:r>
          </a:p>
          <a:p xmlns:a="http://schemas.openxmlformats.org/drawingml/2006/main">
            <a:r>
              <a:t>企業向けは責任者1名・架空資料の試作。社員公開には認証・権限・分離・承認・ログ・漏えい試験等の別開発が必要。AIの回答は社長本人の承認ではありません。</a:t>
            </a:r>
          </a:p>
          <a:p xmlns:a="http://schemas.openxmlformats.org/drawingml/2006/main">
            <a:r>
              <a:t>個人の既存NORIKOや認証情報は変更しない。Windowsは参加者端末で別途実機確認。料金は公式画面で本人確認。</a:t>
            </a:r>
          </a:p>
          <a:p xmlns:a="http://schemas.openxmlformats.org/drawingml/2006/main">
            <a:r>
              <a:t>公式アプリ導入：https://learn.chatgpt.com/docs/app （確認日2026-09-09）。Obsidian：https://obsidian.md/download 。手順と機能の根拠：配布キットのREADME.md、docs/FEATURE_CATALOG.md、docs/SERVICE_DESIGN.md。</a:t>
            </a:r>
          </a:p>
          <a:p xmlns:a="http://schemas.openxmlformats.org/drawingml/2006/main">
            <a:r>
              <a:t>外部講師による導入・活用講座。受講料と講師依頼費は教材非掲載。生徒のサービス価格モデルは基本導入3万円、活用つき5万円、追加開発10万〜30万円、企業本格開発50万円〜個別見積り（税抜の仮定）。利益例：90,000−9,000−12×3,000=45,000円、150,000−15,000−21×3,000=72,000円、200,000−20,000−30×3,000=90,000円。各行別例。税・営業・固定費別。追加開発例は限定機能で企業本格開発を含まず。30時間が50時間になると差引は3万円。相場・受注・利益は保証しない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2026-09-09改訂：共通導入→個人秘書→企業向け試作→サービス設計。</a:t>
            </a:r>
          </a:p>
          <a:p xmlns:a="http://schemas.openxmlformats.org/drawingml/2006/main">
            <a:r>
              <a:t>講義後7日間の進め方</a:t>
            </a:r>
          </a:p>
          <a:p xmlns:a="http://schemas.openxmlformats.org/drawingml/2006/main">
            <a:r>
              <a:t>講師はdocs/INSTRUCTOR_GUIDE.md、操作はdocs/COURSE_GUIDE.mdとP01〜P20を参照。資料の記載は追加機能の実装完了を意味しません。</a:t>
            </a:r>
          </a:p>
          <a:p xmlns:a="http://schemas.openxmlformats.org/drawingml/2006/main">
            <a:r>
              <a:t>企業向けは責任者1名・架空資料の試作。社員公開には認証・権限・分離・承認・ログ・漏えい試験等の別開発が必要。AIの回答は社長本人の承認ではありません。</a:t>
            </a:r>
          </a:p>
          <a:p xmlns:a="http://schemas.openxmlformats.org/drawingml/2006/main">
            <a:r>
              <a:t>個人の既存NORIKOや認証情報は変更しない。Windowsは参加者端末で別途実機確認。料金は公式画面で本人確認。</a:t>
            </a:r>
          </a:p>
          <a:p xmlns:a="http://schemas.openxmlformats.org/drawingml/2006/main">
            <a:r>
              <a:t>公式アプリ導入：https://learn.chatgpt.com/docs/app （確認日2026-09-09）。Obsidian：https://obsidian.md/download 。手順と機能の根拠：配布キットのREADME.md、docs/FEATURE_CATALOG.md、docs/SERVICE_DESIGN.md。</a:t>
            </a:r>
          </a:p>
          <a:p xmlns:a="http://schemas.openxmlformats.org/drawingml/2006/main">
            <a:r>
              <a:t>外部講師による導入・活用講座。受講料と講師依頼費は教材非掲載。生徒のサービス価格モデルは基本導入3万円、活用つき5万円、追加開発10万〜30万円、企業本格開発50万円〜個別見積り（税抜の仮定）。利益例：90,000−9,000−12×3,000=45,000円、150,000−15,000−21×3,000=72,000円、200,000−20,000−30×3,000=90,000円。各行別例。税・営業・固定費別。追加開発例は限定機能で企業本格開発を含まず。30時間が50時間になると差引は3万円。相場・受注・利益は保証しない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2026-09-09改訂：共通導入→個人秘書→企業向け試作→サービス設計。</a:t>
            </a:r>
          </a:p>
          <a:p xmlns:a="http://schemas.openxmlformats.org/drawingml/2006/main">
            <a:r>
              <a:t>最後は、自分の到達点を確認する</a:t>
            </a:r>
          </a:p>
          <a:p xmlns:a="http://schemas.openxmlformats.org/drawingml/2006/main">
            <a:r>
              <a:t>講師はdocs/INSTRUCTOR_GUIDE.md、操作はdocs/COURSE_GUIDE.mdとP01〜P20を参照。資料の記載は追加機能の実装完了を意味しません。</a:t>
            </a:r>
          </a:p>
          <a:p xmlns:a="http://schemas.openxmlformats.org/drawingml/2006/main">
            <a:r>
              <a:t>企業向けは責任者1名・架空資料の試作。社員公開には認証・権限・分離・承認・ログ・漏えい試験等の別開発が必要。AIの回答は社長本人の承認ではありません。</a:t>
            </a:r>
          </a:p>
          <a:p xmlns:a="http://schemas.openxmlformats.org/drawingml/2006/main">
            <a:r>
              <a:t>個人の既存NORIKOや認証情報は変更しない。Windowsは参加者端末で別途実機確認。料金は公式画面で本人確認。</a:t>
            </a:r>
          </a:p>
          <a:p xmlns:a="http://schemas.openxmlformats.org/drawingml/2006/main">
            <a:r>
              <a:t>公式アプリ導入：https://learn.chatgpt.com/docs/app （確認日2026-09-09）。Obsidian：https://obsidian.md/download 。手順と機能の根拠：配布キットのREADME.md、docs/FEATURE_CATALOG.md、docs/SERVICE_DESIGN.md。</a:t>
            </a:r>
          </a:p>
          <a:p xmlns:a="http://schemas.openxmlformats.org/drawingml/2006/main">
            <a:r>
              <a:t>外部講師による導入・活用講座。受講料と講師依頼費は教材非掲載。生徒のサービス価格モデルは基本導入3万円、活用つき5万円、追加開発10万〜30万円、企業本格開発50万円〜個別見積り（税抜の仮定）。利益例：90,000−9,000−12×3,000=45,000円、150,000−15,000−21×3,000=72,000円、200,000−20,000−30×3,000=90,000円。各行別例。税・営業・固定費別。追加開発例は限定機能で企業本格開発を含まず。30時間が50時間になると差引は3万円。相場・受注・利益は保証しない。</a:t>
            </a:r>
          </a:p>
          <a:p xmlns:a="http://schemas.openxmlformats.org/drawingml/2006/main">
            <a:r>
              <a:t>2026-09-18改訂。配布キットv1.1.0の操作に対応。会話AIには直近最大12メッセージの履歴を渡し、再起動で会話画面の履歴は消えるため必要な内容を保存する。実モデル・外部サービスは各PCで確認。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2026-09-09改訂：共通導入→個人秘書→企業向け試作→サービス設計。</a:t>
            </a:r>
          </a:p>
          <a:p xmlns:a="http://schemas.openxmlformats.org/drawingml/2006/main">
            <a:r>
              <a:t>AI NORIKO</a:t>
            </a:r>
          </a:p>
          <a:p xmlns:a="http://schemas.openxmlformats.org/drawingml/2006/main">
            <a:r>
              <a:t>講師はdocs/INSTRUCTOR_GUIDE.md、操作はdocs/COURSE_GUIDE.mdとP01〜P20を参照。資料の記載は追加機能の実装完了を意味しません。</a:t>
            </a:r>
          </a:p>
          <a:p xmlns:a="http://schemas.openxmlformats.org/drawingml/2006/main">
            <a:r>
              <a:t>企業向けは責任者1名・架空資料の試作。社員公開には認証・権限・分離・承認・ログ・漏えい試験等の別開発が必要。AIの回答は社長本人の承認ではありません。</a:t>
            </a:r>
          </a:p>
          <a:p xmlns:a="http://schemas.openxmlformats.org/drawingml/2006/main">
            <a:r>
              <a:t>個人の既存NORIKOや認証情報は変更しない。Windowsは参加者端末で別途実機確認。料金は公式画面で本人確認。</a:t>
            </a:r>
          </a:p>
          <a:p xmlns:a="http://schemas.openxmlformats.org/drawingml/2006/main">
            <a:r>
              <a:t>公式アプリ導入：https://learn.chatgpt.com/docs/app （確認日2026-09-09）。Obsidian：https://obsidian.md/download 。手順と機能の根拠：配布キットのREADME.md、docs/FEATURE_CATALOG.md、docs/SERVICE_DESIGN.md。</a:t>
            </a:r>
          </a:p>
          <a:p xmlns:a="http://schemas.openxmlformats.org/drawingml/2006/main">
            <a:r>
              <a:t>外部講師による導入・活用講座。受講料と講師依頼費は教材非掲載。生徒のサービス価格モデルは基本導入3万円、活用つき5万円、追加開発10万〜30万円、企業本格開発50万円〜個別見積り（税抜の仮定）。利益例：90,000−9,000−12×3,000=45,000円、150,000−15,000−21×3,000=72,000円、200,000−20,000−30×3,000=90,000円。各行別例。税・営業・固定費別。追加開発例は限定機能で企業本格開発を含まず。30時間が50時間になると差引は3万円。相場・受注・利益は保証しない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21とdocs/NORIKO_KNOWLEDGE_SETUP.mdを利用。対象はのりこキャラクター＆思考パックv1.1.0。現パックは本人確認用先行版で、利用人数・商用利用・再配布条件は未決定。講師の許可なく公開しない。ノートは13件のみを既存のナレッジ保存先の専用サブフォルダへ追加し、画像差替えは任意。既存ファイルを上書きしない。元に戻すときはパック専用フォルダだけを検索対象外へ移す。詳細手順は配布ガイドが正本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17338c3d73a4b79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ef0547e529b45dc" /><Relationship Type="http://schemas.openxmlformats.org/officeDocument/2006/relationships/slideLayout" Target="/ppt/slideLayouts/slideLayout1.xml" Id="R81e21eb02eb84ef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1e21eb02eb84ef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ecb02f7ce844eb4" /><Relationship Type="http://schemas.openxmlformats.org/officeDocument/2006/relationships/image" Target="/ppt/media/image.png" Id="Rf0d94653bf474390" /><Relationship Type="http://schemas.openxmlformats.org/officeDocument/2006/relationships/notesSlide" Target="/ppt/notesSlides/notesSlide1.xml" Id="Rf4b508a5c6d14a6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3d6f2d191ff4050" /><Relationship Type="http://schemas.openxmlformats.org/officeDocument/2006/relationships/notesSlide" Target="/ppt/notesSlides/notesSlide2.xml" Id="Rf04c5fd4f3a6432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d0e8ef823264d41" /><Relationship Type="http://schemas.openxmlformats.org/officeDocument/2006/relationships/notesSlide" Target="/ppt/notesSlides/notesSlide3.xml" Id="R9995f292072c4760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fc9b1b6038d4f44" /><Relationship Type="http://schemas.openxmlformats.org/officeDocument/2006/relationships/notesSlide" Target="/ppt/notesSlides/notesSlide4.xml" Id="Rd9141fd39ada4dbb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3d4bca579994032" /><Relationship Type="http://schemas.openxmlformats.org/officeDocument/2006/relationships/notesSlide" Target="/ppt/notesSlides/notesSlide5.xml" Id="Rb01a400a011b46a4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a98f5fda35a4e81" /><Relationship Type="http://schemas.openxmlformats.org/officeDocument/2006/relationships/notesSlide" Target="/ppt/notesSlides/notesSlide6.xml" Id="Rfab61253cad64af5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ca4aec898844986" /><Relationship Type="http://schemas.openxmlformats.org/officeDocument/2006/relationships/notesSlide" Target="/ppt/notesSlides/notesSlide7.xml" Id="R46026c9e19b74bd3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2f5edb1258044f3" /><Relationship Type="http://schemas.openxmlformats.org/officeDocument/2006/relationships/notesSlide" Target="/ppt/notesSlides/notesSlide8.xml" Id="R2067794716cd4a2c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71603dcac00461f" /><Relationship Type="http://schemas.openxmlformats.org/officeDocument/2006/relationships/notesSlide" Target="/ppt/notesSlides/notesSlide9.xml" Id="R44ff461792234772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d007ddd497c4191" /><Relationship Type="http://schemas.openxmlformats.org/officeDocument/2006/relationships/notesSlide" Target="/ppt/notesSlides/notesSlide10.xml" Id="Ra38a981cfffe4a24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330a0571524471f" /><Relationship Type="http://schemas.openxmlformats.org/officeDocument/2006/relationships/notesSlide" Target="/ppt/notesSlides/notesSlide11.xml" Id="R73f7b8bf98454cd7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22bbfd98e2a490b" /><Relationship Type="http://schemas.openxmlformats.org/officeDocument/2006/relationships/notesSlide" Target="/ppt/notesSlides/notesSlide12.xml" Id="R9579619e3d9e45af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24b1e9fea10427f" /><Relationship Type="http://schemas.openxmlformats.org/officeDocument/2006/relationships/notesSlide" Target="/ppt/notesSlides/notesSlide13.xml" Id="Ra8898471627244e4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560eadb75a54ba1" /><Relationship Type="http://schemas.openxmlformats.org/officeDocument/2006/relationships/notesSlide" Target="/ppt/notesSlides/notesSlide14.xml" Id="Ra1a85920f30e4215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7ead65b66e04819" /><Relationship Type="http://schemas.openxmlformats.org/officeDocument/2006/relationships/notesSlide" Target="/ppt/notesSlides/notesSlide15.xml" Id="R672d4e2ba2164cfc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ba8f56ddc5641b3" /><Relationship Type="http://schemas.openxmlformats.org/officeDocument/2006/relationships/notesSlide" Target="/ppt/notesSlides/notesSlide16.xml" Id="R406eeb4a56b6435e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9a327adc60f47aa" /><Relationship Type="http://schemas.openxmlformats.org/officeDocument/2006/relationships/notesSlide" Target="/ppt/notesSlides/notesSlide17.xml" Id="R80851fd91b534b8b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abc6d6dac454f10" /><Relationship Type="http://schemas.openxmlformats.org/officeDocument/2006/relationships/notesSlide" Target="/ppt/notesSlides/notesSlide18.xml" Id="R6abc6fed9bfe480a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861782e82a64219" /><Relationship Type="http://schemas.openxmlformats.org/officeDocument/2006/relationships/notesSlide" Target="/ppt/notesSlides/notesSlide19.xml" Id="R00bd3992f23946b2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5f1260a67a74fad" /><Relationship Type="http://schemas.openxmlformats.org/officeDocument/2006/relationships/notesSlide" Target="/ppt/notesSlides/notesSlide20.xml" Id="R17ba6f893e994c4b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5961a8716f14113" /><Relationship Type="http://schemas.openxmlformats.org/officeDocument/2006/relationships/notesSlide" Target="/ppt/notesSlides/notesSlide21.xml" Id="R1b3f30b210f344a0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198c83a981a4136" /><Relationship Type="http://schemas.openxmlformats.org/officeDocument/2006/relationships/notesSlide" Target="/ppt/notesSlides/notesSlide22.xml" Id="R409b6e00162f4863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519b3181aab4763" /><Relationship Type="http://schemas.openxmlformats.org/officeDocument/2006/relationships/notesSlide" Target="/ppt/notesSlides/notesSlide23.xml" Id="Rb7690060832447a4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1433b4271504496" /><Relationship Type="http://schemas.openxmlformats.org/officeDocument/2006/relationships/notesSlide" Target="/ppt/notesSlides/notesSlide24.xml" Id="R5f050eaad75b49ab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cf4a6e7b10149c4" /><Relationship Type="http://schemas.openxmlformats.org/officeDocument/2006/relationships/notesSlide" Target="/ppt/notesSlides/notesSlide25.xml" Id="Ref2f2fa0cd38423c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69220c9b44e464e" /><Relationship Type="http://schemas.openxmlformats.org/officeDocument/2006/relationships/notesSlide" Target="/ppt/notesSlides/notesSlide26.xml" Id="Reda134b47ac04fb7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db4067fc78f42fc" /><Relationship Type="http://schemas.openxmlformats.org/officeDocument/2006/relationships/notesSlide" Target="/ppt/notesSlides/notesSlide27.xml" Id="Rf696e7add2b7455b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76a68fdd2a54165" /><Relationship Type="http://schemas.openxmlformats.org/officeDocument/2006/relationships/notesSlide" Target="/ppt/notesSlides/notesSlide28.xml" Id="R26c7fe424c9d435a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b76190e7ad04089" /><Relationship Type="http://schemas.openxmlformats.org/officeDocument/2006/relationships/notesSlide" Target="/ppt/notesSlides/notesSlide29.xml" Id="R787ce8759c7e4c3b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713c77438524ef5" /><Relationship Type="http://schemas.openxmlformats.org/officeDocument/2006/relationships/notesSlide" Target="/ppt/notesSlides/notesSlide30.xml" Id="R033c2af037054690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fd86061ba2b4b21" /><Relationship Type="http://schemas.openxmlformats.org/officeDocument/2006/relationships/notesSlide" Target="/ppt/notesSlides/notesSlide31.xml" Id="R710b5b3e00d74aae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fa7b8893f8f437e" /><Relationship Type="http://schemas.openxmlformats.org/officeDocument/2006/relationships/notesSlide" Target="/ppt/notesSlides/notesSlide32.xml" Id="Rd91ab204149746ee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7a2ccabb4b84350" /><Relationship Type="http://schemas.openxmlformats.org/officeDocument/2006/relationships/notesSlide" Target="/ppt/notesSlides/notesSlide33.xml" Id="Rdf4e2f9a17874696" /></Relationships>
</file>

<file path=ppt/slides/_rels/slide3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77ebcfc35f64994" /><Relationship Type="http://schemas.openxmlformats.org/officeDocument/2006/relationships/notesSlide" Target="/ppt/notesSlides/notesSlide34.xml" Id="Rc0206fd9bfc2427c" /></Relationships>
</file>

<file path=ppt/slides/_rels/slide3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be7a3afb25848f0" /><Relationship Type="http://schemas.openxmlformats.org/officeDocument/2006/relationships/notesSlide" Target="/ppt/notesSlides/notesSlide35.xml" Id="Raa7c319bc03f486c" /></Relationships>
</file>

<file path=ppt/slides/_rels/slide3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4051e3b704c4f76" /><Relationship Type="http://schemas.openxmlformats.org/officeDocument/2006/relationships/notesSlide" Target="/ppt/notesSlides/notesSlide36.xml" Id="R0f5291aefac74a49" /></Relationships>
</file>

<file path=ppt/slides/_rels/slide3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b676ce0c02d46dc" /><Relationship Type="http://schemas.openxmlformats.org/officeDocument/2006/relationships/notesSlide" Target="/ppt/notesSlides/notesSlide37.xml" Id="R0c26da822a5a4c44" /></Relationships>
</file>

<file path=ppt/slides/_rels/slide3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98eaf7acac84420" /><Relationship Type="http://schemas.openxmlformats.org/officeDocument/2006/relationships/notesSlide" Target="/ppt/notesSlides/notesSlide38.xml" Id="R45bd0c31eb8546d2" /></Relationships>
</file>

<file path=ppt/slides/_rels/slide3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8716c886e3f4936" /><Relationship Type="http://schemas.openxmlformats.org/officeDocument/2006/relationships/notesSlide" Target="/ppt/notesSlides/notesSlide39.xml" Id="R9a4df524eee24717" /></Relationships>
</file>

<file path=ppt/slides/_rels/slide4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a3fccaee1794735" /><Relationship Type="http://schemas.openxmlformats.org/officeDocument/2006/relationships/notesSlide" Target="/ppt/notesSlides/notesSlide40.xml" Id="Rb3923a6ee7164360" /></Relationships>
</file>

<file path=ppt/slides/_rels/slide4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68458a4afe74dc2" /><Relationship Type="http://schemas.openxmlformats.org/officeDocument/2006/relationships/notesSlide" Target="/ppt/notesSlides/notesSlide41.xml" Id="Ra8b6929c14ab407e" /></Relationships>
</file>

<file path=ppt/slides/_rels/slide4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d066dd6ccbc473e" /><Relationship Type="http://schemas.openxmlformats.org/officeDocument/2006/relationships/notesSlide" Target="/ppt/notesSlides/notesSlide42.xml" Id="R7e0ca2d7163748ff" /></Relationships>
</file>

<file path=ppt/slides/_rels/slide4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e7f996b8a5d4d43" /><Relationship Type="http://schemas.openxmlformats.org/officeDocument/2006/relationships/notesSlide" Target="/ppt/notesSlides/notesSlide43.xml" Id="R732fa7af86f440f2" /></Relationships>
</file>

<file path=ppt/slides/_rels/slide4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2d0fbc32adc4442" /><Relationship Type="http://schemas.openxmlformats.org/officeDocument/2006/relationships/notesSlide" Target="/ppt/notesSlides/notesSlide44.xml" Id="R0bd71fd0b6214abd" /></Relationships>
</file>

<file path=ppt/slides/_rels/slide4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918948d0add4c58" /><Relationship Type="http://schemas.openxmlformats.org/officeDocument/2006/relationships/notesSlide" Target="/ppt/notesSlides/notesSlide45.xml" Id="R59d84e8131b34608" /></Relationships>
</file>

<file path=ppt/slides/_rels/slide4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92b099e78bc4df6" /><Relationship Type="http://schemas.openxmlformats.org/officeDocument/2006/relationships/notesSlide" Target="/ppt/notesSlides/notesSlide46.xml" Id="R05f598f42bd84075" /></Relationships>
</file>

<file path=ppt/slides/_rels/slide4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7e5b7aef9964469" /><Relationship Type="http://schemas.openxmlformats.org/officeDocument/2006/relationships/notesSlide" Target="/ppt/notesSlides/notesSlide47.xml" Id="R19e559384a414330" /></Relationships>
</file>

<file path=ppt/slides/_rels/slide4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b235dfb18dd4e36" /><Relationship Type="http://schemas.openxmlformats.org/officeDocument/2006/relationships/notesSlide" Target="/ppt/notesSlides/notesSlide48.xml" Id="Ra985175499fa40c3" /></Relationships>
</file>

<file path=ppt/slides/_rels/slide4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c845ce8208c4053" /><Relationship Type="http://schemas.openxmlformats.org/officeDocument/2006/relationships/notesSlide" Target="/ppt/notesSlides/notesSlide49.xml" Id="R85620e3f01664b25" /></Relationships>
</file>

<file path=ppt/slides/_rels/slide5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aea6222dc024b1a" /><Relationship Type="http://schemas.openxmlformats.org/officeDocument/2006/relationships/notesSlide" Target="/ppt/notesSlides/notesSlide50.xml" Id="Rf116ac06707e4175" /></Relationships>
</file>

<file path=ppt/slides/_rels/slide5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ebd1cae1db04313" /><Relationship Type="http://schemas.openxmlformats.org/officeDocument/2006/relationships/notesSlide" Target="/ppt/notesSlides/notesSlide51.xml" Id="R45220aab9a7a4b09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6111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EBCA735-A1F5-4BD7-AD2D-CE8B2B800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904875"/>
            <a:ext cx="3429000" cy="3429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2D36"/>
          </a:solidFill>
          <a:ln xmlns:a="http://schemas.openxmlformats.org/drawingml/2006/main" w="9525">
            <a:solidFill>
              <a:srgbClr val="1D5D68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86ACAD0-5EDB-46D3-A468-9A6A3D57D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1228725"/>
            <a:ext cx="2781300" cy="2781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A2027"/>
          </a:solidFill>
          <a:ln xmlns:a="http://schemas.openxmlformats.org/drawingml/2006/main" w="9525">
            <a:solidFill>
              <a:srgbClr val="2F7882"/>
            </a:solidFill>
            <a:prstDash val="solid"/>
          </a:ln>
        </p:spPr>
      </p:sp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0d94653bf474390"/>
          <a:stretch xmlns:a="http://schemas.openxmlformats.org/drawingml/2006/main"/>
        </p:blipFill>
        <p:spPr>
          <a:xfrm xmlns:a="http://schemas.openxmlformats.org/drawingml/2006/main">
            <a:off x="8147050" y="762000"/>
            <a:ext cx="3175000" cy="476250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D9D150B-6CE4-4845-BDF5-CAF3A0B6E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6675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125" b="1">
                <a:solidFill>
                  <a:srgbClr val="63DFEF"/>
                </a:solidFill>
                <a:latin typeface="Noto Sans JP"/>
                <a:ea typeface="Noto Sans JP"/>
                <a:cs typeface="Noto Sans JP"/>
              </a:defRPr>
            </a:pPr>
            <a:r>
              <a:rPr sz="1125" b="1">
                <a:solidFill>
                  <a:srgbClr val="63DFEF"/>
                </a:solidFill>
                <a:latin typeface="Noto Sans JP"/>
                <a:ea typeface="Noto Sans JP"/>
                <a:cs typeface="Noto Sans JP"/>
              </a:rPr>
              <a:t>AI NORIKO STARTER KIT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8316A75-54C5-412F-867C-E0537F9EA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57300"/>
            <a:ext cx="6667500" cy="1695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4050" b="1">
                <a:solidFill>
                  <a:srgbClr val="EAF7F8"/>
                </a:solidFill>
                <a:latin typeface="Noto Sans JP"/>
                <a:ea typeface="Noto Sans JP"/>
                <a:cs typeface="Noto Sans JP"/>
              </a:defRPr>
            </a:pPr>
            <a:r>
              <a:rPr sz="4050" b="1">
                <a:solidFill>
                  <a:srgbClr val="EAF7F8"/>
                </a:solidFill>
                <a:latin typeface="Noto Sans JP"/>
                <a:ea typeface="Noto Sans JP"/>
                <a:cs typeface="Noto Sans JP"/>
              </a:rPr>
              <a:t>ひとつの土台から</a:t>
            </a:r>
          </a:p>
          <a:p xmlns:a="http://schemas.openxmlformats.org/drawingml/2006/main">
            <a:pPr>
              <a:buNone/>
              <a:defRPr sz="4050" b="1">
                <a:solidFill>
                  <a:srgbClr val="EAF7F8"/>
                </a:solidFill>
                <a:latin typeface="Noto Sans JP"/>
                <a:ea typeface="Noto Sans JP"/>
                <a:cs typeface="Noto Sans JP"/>
              </a:defRPr>
            </a:pPr>
            <a:r>
              <a:rPr sz="4050" b="1">
                <a:solidFill>
                  <a:srgbClr val="EAF7F8"/>
                </a:solidFill>
                <a:latin typeface="Noto Sans JP"/>
                <a:ea typeface="Noto Sans JP"/>
                <a:cs typeface="Noto Sans JP"/>
              </a:rPr>
              <a:t>自分に合うAIへ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89CF643-AD49-4C6F-A32E-17AD154B7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124200"/>
            <a:ext cx="5810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00" b="1">
                <a:solidFill>
                  <a:srgbClr val="E4BC72"/>
                </a:solidFill>
                <a:latin typeface="Noto Sans JP"/>
                <a:ea typeface="Noto Sans JP"/>
                <a:cs typeface="Noto Sans JP"/>
              </a:defRPr>
            </a:pPr>
            <a:r>
              <a:rPr sz="2100" b="1">
                <a:solidFill>
                  <a:srgbClr val="E4BC72"/>
                </a:solidFill>
                <a:latin typeface="Noto Sans JP"/>
                <a:ea typeface="Noto Sans JP"/>
                <a:cs typeface="Noto Sans JP"/>
              </a:rPr>
              <a:t>共通導入・個人秘書・企業向け活用講座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5C1C336-80FB-4F64-9D07-01367857D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781425"/>
            <a:ext cx="619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75" b="0">
                <a:solidFill>
                  <a:srgbClr val="8FA8AD"/>
                </a:solidFill>
                <a:latin typeface="Noto Sans JP"/>
                <a:ea typeface="Noto Sans JP"/>
                <a:cs typeface="Noto Sans JP"/>
              </a:defRPr>
            </a:pPr>
            <a:r>
              <a:rPr sz="1275" b="0">
                <a:solidFill>
                  <a:srgbClr val="8FA8AD"/>
                </a:solidFill>
                <a:latin typeface="Noto Sans JP"/>
                <a:ea typeface="Noto Sans JP"/>
                <a:cs typeface="Noto Sans JP"/>
              </a:rPr>
              <a:t>Mac・Windows対応  外部講師による導入・活用講座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276CC8E-6ED2-407F-AAF9-9CD0CA546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714375" y="4476750"/>
            <a:ext cx="51911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4464E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CCEE894-7194-4C0E-B562-EBD942DBDE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714875"/>
            <a:ext cx="5334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EAF7F8"/>
                </a:solidFill>
                <a:latin typeface="Noto Sans JP"/>
                <a:ea typeface="Noto Sans JP"/>
                <a:cs typeface="Noto Sans JP"/>
              </a:defRPr>
            </a:pPr>
            <a:r>
              <a:rPr sz="1650" b="1">
                <a:solidFill>
                  <a:srgbClr val="EAF7F8"/>
                </a:solidFill>
                <a:latin typeface="Noto Sans JP"/>
                <a:ea typeface="Noto Sans JP"/>
                <a:cs typeface="Noto Sans JP"/>
              </a:rPr>
              <a:t>まず自分のPCで起動し、</a:t>
            </a:r>
          </a:p>
          <a:p xmlns:a="http://schemas.openxmlformats.org/drawingml/2006/main">
            <a:pPr>
              <a:buNone/>
              <a:defRPr sz="1650" b="1">
                <a:solidFill>
                  <a:srgbClr val="EAF7F8"/>
                </a:solidFill>
                <a:latin typeface="Noto Sans JP"/>
                <a:ea typeface="Noto Sans JP"/>
                <a:cs typeface="Noto Sans JP"/>
              </a:defRPr>
            </a:pPr>
            <a:r>
              <a:rPr sz="1650" b="1">
                <a:solidFill>
                  <a:srgbClr val="EAF7F8"/>
                </a:solidFill>
                <a:latin typeface="Noto Sans JP"/>
                <a:ea typeface="Noto Sans JP"/>
                <a:cs typeface="Noto Sans JP"/>
              </a:rPr>
              <a:t>必要な使い方へ育てていきます。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69E34DE-A993-4E5F-846E-EBE5CCEC1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829300"/>
            <a:ext cx="11049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63DFEF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07161C"/>
                </a:solidFill>
                <a:latin typeface="Noto Sans JP"/>
                <a:ea typeface="Noto Sans JP"/>
                <a:cs typeface="Noto Sans JP"/>
              </a:defRPr>
            </a:pPr>
            <a:r>
              <a:rPr sz="1050" b="1">
                <a:solidFill>
                  <a:srgbClr val="07161C"/>
                </a:solidFill>
                <a:latin typeface="Noto Sans JP"/>
                <a:ea typeface="Noto Sans JP"/>
                <a:cs typeface="Noto Sans JP"/>
              </a:rPr>
              <a:t>SETUP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FC2817C-103F-4F5C-B7A3-248C172FD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829300"/>
            <a:ext cx="12192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43944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63DFEF"/>
                </a:solidFill>
                <a:latin typeface="Noto Sans JP"/>
                <a:ea typeface="Noto Sans JP"/>
                <a:cs typeface="Noto Sans JP"/>
              </a:defRPr>
            </a:pPr>
            <a:r>
              <a:rPr sz="1050" b="1">
                <a:solidFill>
                  <a:srgbClr val="63DFEF"/>
                </a:solidFill>
                <a:latin typeface="Noto Sans JP"/>
                <a:ea typeface="Noto Sans JP"/>
                <a:cs typeface="Noto Sans JP"/>
              </a:rPr>
              <a:t>PRACTICE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0738F8F-364F-49E7-A6C9-E131CD093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5829300"/>
            <a:ext cx="12001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43944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63DFEF"/>
                </a:solidFill>
                <a:latin typeface="Noto Sans JP"/>
                <a:ea typeface="Noto Sans JP"/>
                <a:cs typeface="Noto Sans JP"/>
              </a:defRPr>
            </a:pPr>
            <a:r>
              <a:rPr sz="1050" b="1">
                <a:solidFill>
                  <a:srgbClr val="63DFEF"/>
                </a:solidFill>
                <a:latin typeface="Noto Sans JP"/>
                <a:ea typeface="Noto Sans JP"/>
                <a:cs typeface="Noto Sans JP"/>
              </a:rPr>
              <a:t>BUSINESS</a:t>
            </a:r>
          </a:p>
        </p:txBody>
      </p:sp>
    </p:spTree>
    <p:extLst>
      <p:ext uri="{BB962C8B-B14F-4D97-AF65-F5344CB8AC3E}">
        <p14:creationId xmlns:p14="http://schemas.microsoft.com/office/powerpoint/2010/main" val="130762413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4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06E1A3F-5A25-45D3-9149-B104C53E0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3429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138596"/>
                </a:solidFill>
                <a:latin typeface="Noto Sans JP"/>
                <a:ea typeface="Noto Sans JP"/>
                <a:cs typeface="Noto Sans JP"/>
              </a:defRPr>
            </a:pPr>
            <a:r>
              <a:rPr sz="975" b="1">
                <a:solidFill>
                  <a:srgbClr val="138596"/>
                </a:solidFill>
                <a:latin typeface="Noto Sans JP"/>
                <a:ea typeface="Noto Sans JP"/>
                <a:cs typeface="Noto Sans JP"/>
              </a:rPr>
              <a:t>00 / TODAY'S GOAL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17A1290-6643-41E1-9A2F-B74CC2226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62000"/>
            <a:ext cx="10820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150" b="1">
                <a:solidFill>
                  <a:srgbClr val="07161C"/>
                </a:solidFill>
                <a:latin typeface="Noto Sans JP"/>
                <a:ea typeface="Noto Sans JP"/>
                <a:cs typeface="Noto Sans JP"/>
              </a:defRPr>
            </a:pPr>
            <a:r>
              <a:rPr sz="3150" b="1">
                <a:solidFill>
                  <a:srgbClr val="07161C"/>
                </a:solidFill>
                <a:latin typeface="Noto Sans JP"/>
                <a:ea typeface="Noto Sans JP"/>
                <a:cs typeface="Noto Sans JP"/>
              </a:rPr>
              <a:t>講義が終わる頃に、できるようになること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C9A9B1A-1B42-476B-B777-D2A06BEF9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495425"/>
            <a:ext cx="10287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425" b="0">
                <a:solidFill>
                  <a:srgbClr val="607579"/>
                </a:solidFill>
                <a:latin typeface="Noto Sans JP"/>
                <a:ea typeface="Noto Sans JP"/>
                <a:cs typeface="Noto Sans JP"/>
              </a:defRPr>
            </a:pPr>
            <a:r>
              <a:rPr sz="1425" b="0">
                <a:solidFill>
                  <a:srgbClr val="607579"/>
                </a:solidFill>
                <a:latin typeface="Noto Sans JP"/>
                <a:ea typeface="Noto Sans JP"/>
                <a:cs typeface="Noto Sans JP"/>
              </a:rPr>
              <a:t>共通導入 → 自分の活用 → 発展とサービス設計。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9F449DA-C57E-4EA1-AA7F-D0564A002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85800" y="1971675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8D4CF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7CFF759-B1C3-4C0B-A185-127A1ADF7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28875"/>
            <a:ext cx="3143250" cy="2905125"/>
          </a:xfrm>
          <a:prstGeom xmlns:a="http://schemas.openxmlformats.org/drawingml/2006/main" prst="roundRect">
            <a:avLst>
              <a:gd name="adj" fmla="val 262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D4C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72D374D-3C29-45A7-8E33-57EDAE1C8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667000"/>
            <a:ext cx="666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00" b="1">
                <a:solidFill>
                  <a:srgbClr val="138596"/>
                </a:solidFill>
                <a:latin typeface="Noto Sans JP"/>
                <a:ea typeface="Noto Sans JP"/>
                <a:cs typeface="Noto Sans JP"/>
              </a:defRPr>
            </a:pPr>
            <a:r>
              <a:rPr sz="2100" b="1">
                <a:solidFill>
                  <a:srgbClr val="138596"/>
                </a:solidFill>
                <a:latin typeface="Noto Sans JP"/>
                <a:ea typeface="Noto Sans JP"/>
                <a:cs typeface="Noto Sans JP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0F0C1B6-E3D1-4D63-85E4-83D9FBDAE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209925"/>
            <a:ext cx="5143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3DFEF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F203D36-6E31-4EBD-A544-59094353E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533775"/>
            <a:ext cx="26098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950" b="1">
                <a:solidFill>
                  <a:srgbClr val="07161C"/>
                </a:solidFill>
                <a:latin typeface="Noto Sans JP"/>
                <a:ea typeface="Noto Sans JP"/>
                <a:cs typeface="Noto Sans JP"/>
              </a:defRPr>
            </a:pPr>
            <a:r>
              <a:rPr sz="1950" b="1">
                <a:solidFill>
                  <a:srgbClr val="07161C"/>
                </a:solidFill>
                <a:latin typeface="Noto Sans JP"/>
                <a:ea typeface="Noto Sans JP"/>
                <a:cs typeface="Noto Sans JP"/>
              </a:rPr>
              <a:t>自分のPCで起動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8C18E1C-A4C5-49AE-A3E8-3823C6A59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314825"/>
            <a:ext cx="25717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607579"/>
                </a:solidFill>
                <a:latin typeface="Noto Sans JP"/>
                <a:ea typeface="Noto Sans JP"/>
                <a:cs typeface="Noto Sans JP"/>
              </a:defRPr>
            </a:pPr>
            <a:r>
              <a:rPr sz="1350" b="0">
                <a:solidFill>
                  <a:srgbClr val="607579"/>
                </a:solidFill>
                <a:latin typeface="Noto Sans JP"/>
                <a:ea typeface="Noto Sans JP"/>
                <a:cs typeface="Noto Sans JP"/>
              </a:rPr>
              <a:t>初回設定とタスクを確認。</a:t>
            </a:r>
          </a:p>
          <a:p xmlns:a="http://schemas.openxmlformats.org/drawingml/2006/main">
            <a:pPr>
              <a:buNone/>
              <a:defRPr sz="1350" b="0">
                <a:solidFill>
                  <a:srgbClr val="607579"/>
                </a:solidFill>
                <a:latin typeface="Noto Sans JP"/>
                <a:ea typeface="Noto Sans JP"/>
                <a:cs typeface="Noto Sans JP"/>
              </a:defRPr>
            </a:pPr>
            <a:r>
              <a:rPr sz="1350" b="0">
                <a:solidFill>
                  <a:srgbClr val="607579"/>
                </a:solidFill>
                <a:latin typeface="Noto Sans JP"/>
                <a:ea typeface="Noto Sans JP"/>
                <a:cs typeface="Noto Sans JP"/>
              </a:rPr>
              <a:t>AIを接続して相談を試す。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892E4B6-5FD1-4591-BCD5-BF64D97F7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2428875"/>
            <a:ext cx="3143250" cy="2905125"/>
          </a:xfrm>
          <a:prstGeom xmlns:a="http://schemas.openxmlformats.org/drawingml/2006/main" prst="roundRect">
            <a:avLst>
              <a:gd name="adj" fmla="val 262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D4C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927DACA-D0D9-4610-B848-651A8D1D8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2667000"/>
            <a:ext cx="666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00" b="1">
                <a:solidFill>
                  <a:srgbClr val="138596"/>
                </a:solidFill>
                <a:latin typeface="Noto Sans JP"/>
                <a:ea typeface="Noto Sans JP"/>
                <a:cs typeface="Noto Sans JP"/>
              </a:defRPr>
            </a:pPr>
            <a:r>
              <a:rPr sz="2100" b="1">
                <a:solidFill>
                  <a:srgbClr val="138596"/>
                </a:solidFill>
                <a:latin typeface="Noto Sans JP"/>
                <a:ea typeface="Noto Sans JP"/>
                <a:cs typeface="Noto Sans JP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87AE21A-8875-4552-89B4-0978B3D2F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209925"/>
            <a:ext cx="5143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BC72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1C1A434-284C-40A9-8CAE-E5837161F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3533775"/>
            <a:ext cx="26098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950" b="1">
                <a:solidFill>
                  <a:srgbClr val="07161C"/>
                </a:solidFill>
                <a:latin typeface="Noto Sans JP"/>
                <a:ea typeface="Noto Sans JP"/>
                <a:cs typeface="Noto Sans JP"/>
              </a:defRPr>
            </a:pPr>
            <a:r>
              <a:rPr sz="1950" b="1">
                <a:solidFill>
                  <a:srgbClr val="07161C"/>
                </a:solidFill>
                <a:latin typeface="Noto Sans JP"/>
                <a:ea typeface="Noto Sans JP"/>
                <a:cs typeface="Noto Sans JP"/>
              </a:rPr>
              <a:t>自分の知識で相談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B1C1703-FFC2-450B-8ADC-33CFBF897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4314825"/>
            <a:ext cx="25717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607579"/>
                </a:solidFill>
                <a:latin typeface="Noto Sans JP"/>
                <a:ea typeface="Noto Sans JP"/>
                <a:cs typeface="Noto Sans JP"/>
              </a:defRPr>
            </a:pPr>
            <a:r>
              <a:rPr sz="1350" b="0">
                <a:solidFill>
                  <a:srgbClr val="607579"/>
                </a:solidFill>
                <a:latin typeface="Noto Sans JP"/>
                <a:ea typeface="Noto Sans JP"/>
                <a:cs typeface="Noto Sans JP"/>
              </a:rPr>
              <a:t>サンプルの判断基準を保存。</a:t>
            </a:r>
          </a:p>
          <a:p xmlns:a="http://schemas.openxmlformats.org/drawingml/2006/main">
            <a:pPr>
              <a:buNone/>
              <a:defRPr sz="1350" b="0">
                <a:solidFill>
                  <a:srgbClr val="607579"/>
                </a:solidFill>
                <a:latin typeface="Noto Sans JP"/>
                <a:ea typeface="Noto Sans JP"/>
                <a:cs typeface="Noto Sans JP"/>
              </a:defRPr>
            </a:pPr>
            <a:r>
              <a:rPr sz="1350" b="0">
                <a:solidFill>
                  <a:srgbClr val="607579"/>
                </a:solidFill>
                <a:latin typeface="Noto Sans JP"/>
                <a:ea typeface="Noto Sans JP"/>
                <a:cs typeface="Noto Sans JP"/>
              </a:rPr>
              <a:t>元の記録と回答を比べる。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9484AA5-8193-4370-85C6-BDEEDCF22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2428875"/>
            <a:ext cx="3143250" cy="2905125"/>
          </a:xfrm>
          <a:prstGeom xmlns:a="http://schemas.openxmlformats.org/drawingml/2006/main" prst="roundRect">
            <a:avLst>
              <a:gd name="adj" fmla="val 262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D4C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AB61465-FA51-45DD-B0C3-1B8DD7A4A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667000"/>
            <a:ext cx="666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00" b="1">
                <a:solidFill>
                  <a:srgbClr val="138596"/>
                </a:solidFill>
                <a:latin typeface="Noto Sans JP"/>
                <a:ea typeface="Noto Sans JP"/>
                <a:cs typeface="Noto Sans JP"/>
              </a:defRPr>
            </a:pPr>
            <a:r>
              <a:rPr sz="2100" b="1">
                <a:solidFill>
                  <a:srgbClr val="138596"/>
                </a:solidFill>
                <a:latin typeface="Noto Sans JP"/>
                <a:ea typeface="Noto Sans JP"/>
                <a:cs typeface="Noto Sans JP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D2B2FA2-D18D-4634-8F6B-AF584D36C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209925"/>
            <a:ext cx="5143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8E78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45C2677-B44F-42D6-99D9-193F1E5CE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533775"/>
            <a:ext cx="26098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950" b="1">
                <a:solidFill>
                  <a:srgbClr val="07161C"/>
                </a:solidFill>
                <a:latin typeface="Noto Sans JP"/>
                <a:ea typeface="Noto Sans JP"/>
                <a:cs typeface="Noto Sans JP"/>
              </a:defRPr>
            </a:pPr>
            <a:r>
              <a:rPr sz="1950" b="1">
                <a:solidFill>
                  <a:srgbClr val="07161C"/>
                </a:solidFill>
                <a:latin typeface="Noto Sans JP"/>
                <a:ea typeface="Noto Sans JP"/>
                <a:cs typeface="Noto Sans JP"/>
              </a:rPr>
              <a:t>発展の道を選ぶ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67BE227-E3CB-41CA-B203-34FC7A0C9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4314825"/>
            <a:ext cx="25717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607579"/>
                </a:solidFill>
                <a:latin typeface="Noto Sans JP"/>
                <a:ea typeface="Noto Sans JP"/>
                <a:cs typeface="Noto Sans JP"/>
              </a:defRPr>
            </a:pPr>
            <a:r>
              <a:rPr sz="1350" b="0">
                <a:solidFill>
                  <a:srgbClr val="607579"/>
                </a:solidFill>
                <a:latin typeface="Noto Sans JP"/>
                <a:ea typeface="Noto Sans JP"/>
                <a:cs typeface="Noto Sans JP"/>
              </a:rPr>
              <a:t>個人秘書・企業向け試作・</a:t>
            </a:r>
          </a:p>
          <a:p xmlns:a="http://schemas.openxmlformats.org/drawingml/2006/main">
            <a:pPr>
              <a:buNone/>
              <a:defRPr sz="1350" b="0">
                <a:solidFill>
                  <a:srgbClr val="607579"/>
                </a:solidFill>
                <a:latin typeface="Noto Sans JP"/>
                <a:ea typeface="Noto Sans JP"/>
                <a:cs typeface="Noto Sans JP"/>
              </a:defRPr>
            </a:pPr>
            <a:r>
              <a:rPr sz="1350" b="0">
                <a:solidFill>
                  <a:srgbClr val="607579"/>
                </a:solidFill>
                <a:latin typeface="Noto Sans JP"/>
                <a:ea typeface="Noto Sans JP"/>
                <a:cs typeface="Noto Sans JP"/>
              </a:rPr>
              <a:t>追加開発の違いを理解し、</a:t>
            </a:r>
          </a:p>
          <a:p xmlns:a="http://schemas.openxmlformats.org/drawingml/2006/main">
            <a:pPr>
              <a:buNone/>
              <a:defRPr sz="1350" b="0">
                <a:solidFill>
                  <a:srgbClr val="607579"/>
                </a:solidFill>
                <a:latin typeface="Noto Sans JP"/>
                <a:ea typeface="Noto Sans JP"/>
                <a:cs typeface="Noto Sans JP"/>
              </a:defRPr>
            </a:pPr>
            <a:r>
              <a:rPr sz="1350" b="0">
                <a:solidFill>
                  <a:srgbClr val="607579"/>
                </a:solidFill>
                <a:latin typeface="Noto Sans JP"/>
                <a:ea typeface="Noto Sans JP"/>
                <a:cs typeface="Noto Sans JP"/>
              </a:rPr>
              <a:t>次の一歩を決める。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8B1876D-777C-4FFA-9383-CA59D0E61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27622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750" b="1">
                <a:solidFill>
                  <a:srgbClr val="7C908E"/>
                </a:solidFill>
                <a:latin typeface="Noto Sans JP"/>
                <a:ea typeface="Noto Sans JP"/>
                <a:cs typeface="Noto Sans JP"/>
              </a:defRPr>
            </a:pPr>
            <a:r>
              <a:rPr sz="750" b="1">
                <a:solidFill>
                  <a:srgbClr val="7C908E"/>
                </a:solidFill>
                <a:latin typeface="Noto Sans JP"/>
                <a:ea typeface="Noto Sans JP"/>
                <a:cs typeface="Noto Sans JP"/>
              </a:rPr>
              <a:t>AI NORIKO STARTER KIT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7E5BE69-9800-46DB-877F-8A363DA29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6467475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825" b="1">
                <a:solidFill>
                  <a:srgbClr val="138596"/>
                </a:solidFill>
                <a:latin typeface="Noto Sans JP"/>
                <a:ea typeface="Noto Sans JP"/>
                <a:cs typeface="Noto Sans JP"/>
              </a:defRPr>
            </a:pPr>
            <a:r>
              <a:rPr sz="825" b="1">
                <a:solidFill>
                  <a:srgbClr val="138596"/>
                </a:solidFill>
                <a:latin typeface="Noto Sans JP"/>
                <a:ea typeface="Noto Sans JP"/>
                <a:cs typeface="Noto Sans JP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82481796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7161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200B07C-4E24-45C9-908C-3534BC2A4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3429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63DFEF"/>
                </a:solidFill>
                <a:latin typeface="Noto Sans JP"/>
                <a:ea typeface="Noto Sans JP"/>
                <a:cs typeface="Noto Sans JP"/>
              </a:defRPr>
            </a:pPr>
            <a:r>
              <a:rPr sz="975" b="1">
                <a:solidFill>
                  <a:srgbClr val="63DFEF"/>
                </a:solidFill>
                <a:latin typeface="Noto Sans JP"/>
                <a:ea typeface="Noto Sans JP"/>
                <a:cs typeface="Noto Sans JP"/>
              </a:rPr>
              <a:t>00 / ROADMAP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D1E34A3-9A00-4D46-813E-FA7C0BCE8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62000"/>
            <a:ext cx="10820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150" b="1">
                <a:solidFill>
                  <a:srgbClr val="EAF7F8"/>
                </a:solidFill>
                <a:latin typeface="Noto Sans JP"/>
                <a:ea typeface="Noto Sans JP"/>
                <a:cs typeface="Noto Sans JP"/>
              </a:defRPr>
            </a:pPr>
            <a:r>
              <a:rPr sz="3150" b="1">
                <a:solidFill>
                  <a:srgbClr val="EAF7F8"/>
                </a:solidFill>
                <a:latin typeface="Noto Sans JP"/>
                <a:ea typeface="Noto Sans JP"/>
                <a:cs typeface="Noto Sans JP"/>
              </a:rPr>
              <a:t>今日の進み方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44D3C89-FFDF-4311-818E-D4CB64120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495425"/>
            <a:ext cx="10287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425" b="0">
                <a:solidFill>
                  <a:srgbClr val="8FA8AD"/>
                </a:solidFill>
                <a:latin typeface="Noto Sans JP"/>
                <a:ea typeface="Noto Sans JP"/>
                <a:cs typeface="Noto Sans JP"/>
              </a:defRPr>
            </a:pPr>
            <a:r>
              <a:rPr sz="1425" b="0">
                <a:solidFill>
                  <a:srgbClr val="8FA8AD"/>
                </a:solidFill>
                <a:latin typeface="Noto Sans JP"/>
                <a:ea typeface="Noto Sans JP"/>
                <a:cs typeface="Noto Sans JP"/>
              </a:rPr>
              <a:t>進行例は約150分。実際の所要時間は参加者の環境に合わせて調整します。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BBEEFE5-1F7D-42B2-9A04-61C6E9C02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85800" y="1971675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34149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CF230A7-E983-4044-8770-537AD2D46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381250"/>
            <a:ext cx="571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63DFEF"/>
                </a:solidFill>
                <a:latin typeface="Noto Sans JP"/>
                <a:ea typeface="Noto Sans JP"/>
                <a:cs typeface="Noto Sans JP"/>
              </a:defRPr>
            </a:pPr>
            <a:r>
              <a:rPr sz="1500" b="1">
                <a:solidFill>
                  <a:srgbClr val="63DFEF"/>
                </a:solidFill>
                <a:latin typeface="Noto Sans JP"/>
                <a:ea typeface="Noto Sans JP"/>
                <a:cs typeface="Noto Sans JP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1957DA0-A99F-4668-8D01-E4B95EEFF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857500"/>
            <a:ext cx="23336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250" b="1">
                <a:solidFill>
                  <a:srgbClr val="EAF7F8"/>
                </a:solidFill>
                <a:latin typeface="Noto Sans JP"/>
                <a:ea typeface="Noto Sans JP"/>
                <a:cs typeface="Noto Sans JP"/>
              </a:defRPr>
            </a:pPr>
            <a:r>
              <a:rPr sz="2250" b="1">
                <a:solidFill>
                  <a:srgbClr val="EAF7F8"/>
                </a:solidFill>
                <a:latin typeface="Noto Sans JP"/>
                <a:ea typeface="Noto Sans JP"/>
                <a:cs typeface="Noto Sans JP"/>
              </a:rPr>
              <a:t>導入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FBA91CB-BEBF-4ABC-911A-5B0F330A3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457575"/>
            <a:ext cx="2333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63DFEF"/>
                </a:solidFill>
                <a:latin typeface="Noto Sans JP"/>
                <a:ea typeface="Noto Sans JP"/>
                <a:cs typeface="Noto Sans JP"/>
              </a:defRPr>
            </a:pPr>
            <a:r>
              <a:rPr sz="1200" b="1">
                <a:solidFill>
                  <a:srgbClr val="63DFEF"/>
                </a:solidFill>
                <a:latin typeface="Noto Sans JP"/>
                <a:ea typeface="Noto Sans JP"/>
                <a:cs typeface="Noto Sans JP"/>
              </a:rPr>
              <a:t>0〜50分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CEA9AFA-13DF-4409-8F54-8CFCFF7F0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000500"/>
            <a:ext cx="23336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75" b="0">
                <a:solidFill>
                  <a:srgbClr val="8FA8AD"/>
                </a:solidFill>
                <a:latin typeface="Noto Sans JP"/>
                <a:ea typeface="Noto Sans JP"/>
                <a:cs typeface="Noto Sans JP"/>
              </a:defRPr>
            </a:pPr>
            <a:r>
              <a:rPr sz="1275" b="0">
                <a:solidFill>
                  <a:srgbClr val="8FA8AD"/>
                </a:solidFill>
                <a:latin typeface="Noto Sans JP"/>
                <a:ea typeface="Noto Sans JP"/>
                <a:cs typeface="Noto Sans JP"/>
              </a:rPr>
              <a:t>展開・Codex・起動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B3D3ED9-697A-4B24-9362-EB5BC1B3A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3028950" y="2600325"/>
            <a:ext cx="4000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B6872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0526805-FB9C-4924-A64E-C9482E62A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381250"/>
            <a:ext cx="571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63DFEF"/>
                </a:solidFill>
                <a:latin typeface="Noto Sans JP"/>
                <a:ea typeface="Noto Sans JP"/>
                <a:cs typeface="Noto Sans JP"/>
              </a:defRPr>
            </a:pPr>
            <a:r>
              <a:rPr sz="1500" b="1">
                <a:solidFill>
                  <a:srgbClr val="63DFEF"/>
                </a:solidFill>
                <a:latin typeface="Noto Sans JP"/>
                <a:ea typeface="Noto Sans JP"/>
                <a:cs typeface="Noto Sans JP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1CBB7CE-281E-452C-90D8-C36BD8234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857500"/>
            <a:ext cx="23336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250" b="1">
                <a:solidFill>
                  <a:srgbClr val="EAF7F8"/>
                </a:solidFill>
                <a:latin typeface="Noto Sans JP"/>
                <a:ea typeface="Noto Sans JP"/>
                <a:cs typeface="Noto Sans JP"/>
              </a:defRPr>
            </a:pPr>
            <a:r>
              <a:rPr sz="2250" b="1">
                <a:solidFill>
                  <a:srgbClr val="EAF7F8"/>
                </a:solidFill>
                <a:latin typeface="Noto Sans JP"/>
                <a:ea typeface="Noto Sans JP"/>
                <a:cs typeface="Noto Sans JP"/>
              </a:rPr>
              <a:t>知識とAI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8B9F503-6A79-4D73-8CEA-98D8ED2ED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3457575"/>
            <a:ext cx="2333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63DFEF"/>
                </a:solidFill>
                <a:latin typeface="Noto Sans JP"/>
                <a:ea typeface="Noto Sans JP"/>
                <a:cs typeface="Noto Sans JP"/>
              </a:defRPr>
            </a:pPr>
            <a:r>
              <a:rPr sz="1200" b="1">
                <a:solidFill>
                  <a:srgbClr val="63DFEF"/>
                </a:solidFill>
                <a:latin typeface="Noto Sans JP"/>
                <a:ea typeface="Noto Sans JP"/>
                <a:cs typeface="Noto Sans JP"/>
              </a:rPr>
              <a:t>50〜95分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97A42C0-6A68-4470-9E0D-25E58DFD1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4000500"/>
            <a:ext cx="23336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75" b="0">
                <a:solidFill>
                  <a:srgbClr val="8FA8AD"/>
                </a:solidFill>
                <a:latin typeface="Noto Sans JP"/>
                <a:ea typeface="Noto Sans JP"/>
                <a:cs typeface="Noto Sans JP"/>
              </a:defRPr>
            </a:pPr>
            <a:r>
              <a:rPr sz="1275" b="0">
                <a:solidFill>
                  <a:srgbClr val="8FA8AD"/>
                </a:solidFill>
                <a:latin typeface="Noto Sans JP"/>
                <a:ea typeface="Noto Sans JP"/>
                <a:cs typeface="Noto Sans JP"/>
              </a:rPr>
              <a:t>AI・Obsidian・任意連携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4D64463-A02A-4533-AD8D-AA3E5BCAA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5753100" y="2600325"/>
            <a:ext cx="4000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B6872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A9DFD86-AF60-46CF-A4F6-DD33A85A1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381250"/>
            <a:ext cx="571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63DFEF"/>
                </a:solidFill>
                <a:latin typeface="Noto Sans JP"/>
                <a:ea typeface="Noto Sans JP"/>
                <a:cs typeface="Noto Sans JP"/>
              </a:defRPr>
            </a:pPr>
            <a:r>
              <a:rPr sz="1500" b="1">
                <a:solidFill>
                  <a:srgbClr val="63DFEF"/>
                </a:solidFill>
                <a:latin typeface="Noto Sans JP"/>
                <a:ea typeface="Noto Sans JP"/>
                <a:cs typeface="Noto Sans JP"/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C200312-79C8-42A8-AE23-A4C2AA1AC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857500"/>
            <a:ext cx="23336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250" b="1">
                <a:solidFill>
                  <a:srgbClr val="EAF7F8"/>
                </a:solidFill>
                <a:latin typeface="Noto Sans JP"/>
                <a:ea typeface="Noto Sans JP"/>
                <a:cs typeface="Noto Sans JP"/>
              </a:defRPr>
            </a:pPr>
            <a:r>
              <a:rPr sz="2250" b="1">
                <a:solidFill>
                  <a:srgbClr val="EAF7F8"/>
                </a:solidFill>
                <a:latin typeface="Noto Sans JP"/>
                <a:ea typeface="Noto Sans JP"/>
                <a:cs typeface="Noto Sans JP"/>
              </a:rPr>
              <a:t>発展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224484A-59EC-43AE-B86D-08FB3725B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3457575"/>
            <a:ext cx="2333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63DFEF"/>
                </a:solidFill>
                <a:latin typeface="Noto Sans JP"/>
                <a:ea typeface="Noto Sans JP"/>
                <a:cs typeface="Noto Sans JP"/>
              </a:defRPr>
            </a:pPr>
            <a:r>
              <a:rPr sz="1200" b="1">
                <a:solidFill>
                  <a:srgbClr val="63DFEF"/>
                </a:solidFill>
                <a:latin typeface="Noto Sans JP"/>
                <a:ea typeface="Noto Sans JP"/>
                <a:cs typeface="Noto Sans JP"/>
              </a:rPr>
              <a:t>95〜115分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00B0117-E07B-4B94-9D06-8CB4509C2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4000500"/>
            <a:ext cx="23336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75" b="0">
                <a:solidFill>
                  <a:srgbClr val="8FA8AD"/>
                </a:solidFill>
                <a:latin typeface="Noto Sans JP"/>
                <a:ea typeface="Noto Sans JP"/>
                <a:cs typeface="Noto Sans JP"/>
              </a:defRPr>
            </a:pPr>
            <a:r>
              <a:rPr sz="1275" b="0">
                <a:solidFill>
                  <a:srgbClr val="8FA8AD"/>
                </a:solidFill>
                <a:latin typeface="Noto Sans JP"/>
                <a:ea typeface="Noto Sans JP"/>
                <a:cs typeface="Noto Sans JP"/>
              </a:rPr>
              <a:t>個人秘書・企業向け試作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542614A-1072-4484-9A47-BD6E41C51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8477250" y="2600325"/>
            <a:ext cx="4000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B6872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8BCBC4B-1EEC-49EE-8338-0F4292861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2381250"/>
            <a:ext cx="571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E4BC72"/>
                </a:solidFill>
                <a:latin typeface="Noto Sans JP"/>
                <a:ea typeface="Noto Sans JP"/>
                <a:cs typeface="Noto Sans JP"/>
              </a:defRPr>
            </a:pPr>
            <a:r>
              <a:rPr sz="1500" b="1">
                <a:solidFill>
                  <a:srgbClr val="E4BC72"/>
                </a:solidFill>
                <a:latin typeface="Noto Sans JP"/>
                <a:ea typeface="Noto Sans JP"/>
                <a:cs typeface="Noto Sans JP"/>
              </a:rPr>
              <a:t>04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57658AD-28B4-4278-8E19-A0628A3EF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2857500"/>
            <a:ext cx="23336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250" b="1">
                <a:solidFill>
                  <a:srgbClr val="EAF7F8"/>
                </a:solidFill>
                <a:latin typeface="Noto Sans JP"/>
                <a:ea typeface="Noto Sans JP"/>
                <a:cs typeface="Noto Sans JP"/>
              </a:defRPr>
            </a:pPr>
            <a:r>
              <a:rPr sz="2250" b="1">
                <a:solidFill>
                  <a:srgbClr val="EAF7F8"/>
                </a:solidFill>
                <a:latin typeface="Noto Sans JP"/>
                <a:ea typeface="Noto Sans JP"/>
                <a:cs typeface="Noto Sans JP"/>
              </a:rPr>
              <a:t>収益化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4E1A2DD-39B9-4121-B8B1-CFFED8F66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3457575"/>
            <a:ext cx="2333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E4BC72"/>
                </a:solidFill>
                <a:latin typeface="Noto Sans JP"/>
                <a:ea typeface="Noto Sans JP"/>
                <a:cs typeface="Noto Sans JP"/>
              </a:defRPr>
            </a:pPr>
            <a:r>
              <a:rPr sz="1200" b="1">
                <a:solidFill>
                  <a:srgbClr val="E4BC72"/>
                </a:solidFill>
                <a:latin typeface="Noto Sans JP"/>
                <a:ea typeface="Noto Sans JP"/>
                <a:cs typeface="Noto Sans JP"/>
              </a:rPr>
              <a:t>115〜150分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25AEB11-337B-4E97-9845-5CA4D2DE1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4000500"/>
            <a:ext cx="23336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75" b="0">
                <a:solidFill>
                  <a:srgbClr val="8FA8AD"/>
                </a:solidFill>
                <a:latin typeface="Noto Sans JP"/>
                <a:ea typeface="Noto Sans JP"/>
                <a:cs typeface="Noto Sans JP"/>
              </a:defRPr>
            </a:pPr>
            <a:r>
              <a:rPr sz="1275" b="0">
                <a:solidFill>
                  <a:srgbClr val="8FA8AD"/>
                </a:solidFill>
                <a:latin typeface="Noto Sans JP"/>
                <a:ea typeface="Noto Sans JP"/>
                <a:cs typeface="Noto Sans JP"/>
              </a:rPr>
              <a:t>サービス設計・実践・質問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E530B59-5DB1-4A25-AF73-DD7DB6825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286375"/>
            <a:ext cx="8096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575" b="1">
                <a:solidFill>
                  <a:srgbClr val="EAF7F8"/>
                </a:solidFill>
                <a:latin typeface="Noto Sans JP"/>
                <a:ea typeface="Noto Sans JP"/>
                <a:cs typeface="Noto Sans JP"/>
              </a:defRPr>
            </a:pPr>
            <a:r>
              <a:rPr sz="1575" b="1">
                <a:solidFill>
                  <a:srgbClr val="EAF7F8"/>
                </a:solidFill>
                <a:latin typeface="Noto Sans JP"/>
                <a:ea typeface="Noto Sans JP"/>
                <a:cs typeface="Noto Sans JP"/>
              </a:rPr>
              <a:t>操作が止まったら、分からないまま進めず声をかけてください。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5C4BAC6-2708-4EBD-8581-21EDB89E6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5219700"/>
            <a:ext cx="17907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63DFEF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07161C"/>
                </a:solidFill>
                <a:latin typeface="Noto Sans JP"/>
                <a:ea typeface="Noto Sans JP"/>
                <a:cs typeface="Noto Sans JP"/>
              </a:defRPr>
            </a:pPr>
            <a:r>
              <a:rPr sz="1050" b="1">
                <a:solidFill>
                  <a:srgbClr val="07161C"/>
                </a:solidFill>
                <a:latin typeface="Noto Sans JP"/>
                <a:ea typeface="Noto Sans JP"/>
                <a:cs typeface="Noto Sans JP"/>
              </a:rPr>
              <a:t>実演中心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5EB358C-F7F8-48A6-A3C9-317010F48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27622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750" b="1">
                <a:solidFill>
                  <a:srgbClr val="557279"/>
                </a:solidFill>
                <a:latin typeface="Noto Sans JP"/>
                <a:ea typeface="Noto Sans JP"/>
                <a:cs typeface="Noto Sans JP"/>
              </a:defRPr>
            </a:pPr>
            <a:r>
              <a:rPr sz="750" b="1">
                <a:solidFill>
                  <a:srgbClr val="557279"/>
                </a:solidFill>
                <a:latin typeface="Noto Sans JP"/>
                <a:ea typeface="Noto Sans JP"/>
                <a:cs typeface="Noto Sans JP"/>
              </a:rPr>
              <a:t>AI NORIKO STARTER KIT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1F76666-AAB2-4227-8E2D-7AB4B6BF0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6467475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825" b="1">
                <a:solidFill>
                  <a:srgbClr val="63DFEF"/>
                </a:solidFill>
                <a:latin typeface="Noto Sans JP"/>
                <a:ea typeface="Noto Sans JP"/>
                <a:cs typeface="Noto Sans JP"/>
              </a:defRPr>
            </a:pPr>
            <a:r>
              <a:rPr sz="825" b="1">
                <a:solidFill>
                  <a:srgbClr val="63DFEF"/>
                </a:solidFill>
                <a:latin typeface="Noto Sans JP"/>
                <a:ea typeface="Noto Sans JP"/>
                <a:cs typeface="Noto Sans JP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98504987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4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D4C5680-9651-4AE6-A9A3-65E964FB8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3429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138596"/>
                </a:solidFill>
                <a:latin typeface="Noto Sans JP"/>
                <a:ea typeface="Noto Sans JP"/>
                <a:cs typeface="Noto Sans JP"/>
              </a:defRPr>
            </a:pPr>
            <a:r>
              <a:rPr sz="975" b="1">
                <a:solidFill>
                  <a:srgbClr val="138596"/>
                </a:solidFill>
                <a:latin typeface="Noto Sans JP"/>
                <a:ea typeface="Noto Sans JP"/>
                <a:cs typeface="Noto Sans JP"/>
              </a:rPr>
              <a:t>00 / MATERIALS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CE49554-0926-4079-BE4F-52C0E3EE1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62000"/>
            <a:ext cx="10820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150" b="1">
                <a:solidFill>
                  <a:srgbClr val="07161C"/>
                </a:solidFill>
                <a:latin typeface="Noto Sans JP"/>
                <a:ea typeface="Noto Sans JP"/>
                <a:cs typeface="Noto Sans JP"/>
              </a:defRPr>
            </a:pPr>
            <a:r>
              <a:rPr sz="3150" b="1">
                <a:solidFill>
                  <a:srgbClr val="07161C"/>
                </a:solidFill>
                <a:latin typeface="Noto Sans JP"/>
                <a:ea typeface="Noto Sans JP"/>
                <a:cs typeface="Noto Sans JP"/>
              </a:rPr>
              <a:t>講義はスライド、操作は受講者ページ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2AE284E-C41F-430C-A7B8-E1D5A5490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495425"/>
            <a:ext cx="10287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425" b="0">
                <a:solidFill>
                  <a:srgbClr val="607579"/>
                </a:solidFill>
                <a:latin typeface="Noto Sans JP"/>
                <a:ea typeface="Noto Sans JP"/>
                <a:cs typeface="Noto Sans JP"/>
              </a:defRPr>
            </a:pPr>
            <a:r>
              <a:rPr sz="1425" b="0">
                <a:solidFill>
                  <a:srgbClr val="607579"/>
                </a:solidFill>
                <a:latin typeface="Noto Sans JP"/>
                <a:ea typeface="Noto Sans JP"/>
                <a:cs typeface="Noto Sans JP"/>
              </a:rPr>
              <a:t>説明の見やすさと、コピペのしやすさを分けます。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5AB676B-78C1-4F10-B8DE-7B3601330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85800" y="1971675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8D4CF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4320A38-9F01-4B2E-B164-9393C591C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476500"/>
            <a:ext cx="4400550" cy="2714625"/>
          </a:xfrm>
          <a:prstGeom xmlns:a="http://schemas.openxmlformats.org/drawingml/2006/main" prst="roundRect">
            <a:avLst>
              <a:gd name="adj" fmla="val 3509"/>
            </a:avLst>
          </a:prstGeom>
          <a:solidFill xmlns:a="http://schemas.openxmlformats.org/drawingml/2006/main">
            <a:srgbClr val="07161C"/>
          </a:solidFill>
          <a:ln xmlns:a="http://schemas.openxmlformats.org/drawingml/2006/main" w="9525">
            <a:solidFill>
              <a:srgbClr val="1A3D45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1FB7448-5306-43AF-AC57-6DD537A4D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724150"/>
            <a:ext cx="476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75" b="1">
                <a:solidFill>
                  <a:srgbClr val="63DFEF"/>
                </a:solidFill>
                <a:latin typeface="Noto Sans JP"/>
                <a:ea typeface="Noto Sans JP"/>
                <a:cs typeface="Noto Sans JP"/>
              </a:defRPr>
            </a:pPr>
            <a:r>
              <a:rPr sz="2175" b="1">
                <a:solidFill>
                  <a:srgbClr val="63DFEF"/>
                </a:solidFill>
                <a:latin typeface="Noto Sans JP"/>
                <a:ea typeface="Noto Sans JP"/>
                <a:cs typeface="Noto Sans JP"/>
              </a:rPr>
              <a:t>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84A77B4-58C2-416A-ADCF-0D9034C1E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295650"/>
            <a:ext cx="3333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325" b="1">
                <a:solidFill>
                  <a:srgbClr val="EAF7F8"/>
                </a:solidFill>
                <a:latin typeface="Noto Sans JP"/>
                <a:ea typeface="Noto Sans JP"/>
                <a:cs typeface="Noto Sans JP"/>
              </a:defRPr>
            </a:pPr>
            <a:r>
              <a:rPr sz="2325" b="1">
                <a:solidFill>
                  <a:srgbClr val="EAF7F8"/>
                </a:solidFill>
                <a:latin typeface="Noto Sans JP"/>
                <a:ea typeface="Noto Sans JP"/>
                <a:cs typeface="Noto Sans JP"/>
              </a:rPr>
              <a:t>講義スライド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AC72E43-BB6D-4638-A1AA-AC91EAEB7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952875"/>
            <a:ext cx="3429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500" b="0">
                <a:solidFill>
                  <a:srgbClr val="8FA8AD"/>
                </a:solidFill>
                <a:latin typeface="Noto Sans JP"/>
                <a:ea typeface="Noto Sans JP"/>
                <a:cs typeface="Noto Sans JP"/>
              </a:defRPr>
            </a:pPr>
            <a:r>
              <a:rPr sz="1500" b="0">
                <a:solidFill>
                  <a:srgbClr val="8FA8AD"/>
                </a:solidFill>
                <a:latin typeface="Noto Sans JP"/>
                <a:ea typeface="Noto Sans JP"/>
                <a:cs typeface="Noto Sans JP"/>
              </a:rPr>
              <a:t>考え方・手順・実演ポイントを</a:t>
            </a:r>
          </a:p>
          <a:p xmlns:a="http://schemas.openxmlformats.org/drawingml/2006/main">
            <a:pPr>
              <a:buNone/>
              <a:defRPr sz="1500" b="0">
                <a:solidFill>
                  <a:srgbClr val="8FA8AD"/>
                </a:solidFill>
                <a:latin typeface="Noto Sans JP"/>
                <a:ea typeface="Noto Sans JP"/>
                <a:cs typeface="Noto Sans JP"/>
              </a:defRPr>
            </a:pPr>
            <a:r>
              <a:rPr sz="1500" b="0">
                <a:solidFill>
                  <a:srgbClr val="8FA8AD"/>
                </a:solidFill>
                <a:latin typeface="Noto Sans JP"/>
                <a:ea typeface="Noto Sans JP"/>
                <a:cs typeface="Noto Sans JP"/>
              </a:rPr>
              <a:t>画面共有で分かりやすく説明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1499069-1735-4FF6-87E5-68A305996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53075" y="3381375"/>
            <a:ext cx="1047750" cy="6858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38596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6DDCC32-B15A-46D9-830B-22F1C3E36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2476500"/>
            <a:ext cx="4400550" cy="2714625"/>
          </a:xfrm>
          <a:prstGeom xmlns:a="http://schemas.openxmlformats.org/drawingml/2006/main" prst="roundRect">
            <a:avLst>
              <a:gd name="adj" fmla="val 350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D4C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0EDC5A0-5489-44C1-9A81-514D61AFE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2724150"/>
            <a:ext cx="476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75" b="1">
                <a:solidFill>
                  <a:srgbClr val="138596"/>
                </a:solidFill>
                <a:latin typeface="Noto Sans JP"/>
                <a:ea typeface="Noto Sans JP"/>
                <a:cs typeface="Noto Sans JP"/>
              </a:defRPr>
            </a:pPr>
            <a:r>
              <a:rPr sz="2175" b="1">
                <a:solidFill>
                  <a:srgbClr val="138596"/>
                </a:solidFill>
                <a:latin typeface="Noto Sans JP"/>
                <a:ea typeface="Noto Sans JP"/>
                <a:cs typeface="Noto Sans JP"/>
              </a:rPr>
              <a:t>B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08E1986-DFDE-45D0-BC54-6280D2810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3295650"/>
            <a:ext cx="3619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325" b="1">
                <a:solidFill>
                  <a:srgbClr val="07161C"/>
                </a:solidFill>
                <a:latin typeface="Noto Sans JP"/>
                <a:ea typeface="Noto Sans JP"/>
                <a:cs typeface="Noto Sans JP"/>
              </a:defRPr>
            </a:pPr>
            <a:r>
              <a:rPr sz="2325" b="1">
                <a:solidFill>
                  <a:srgbClr val="07161C"/>
                </a:solidFill>
                <a:latin typeface="Noto Sans JP"/>
                <a:ea typeface="Noto Sans JP"/>
                <a:cs typeface="Noto Sans JP"/>
              </a:rPr>
              <a:t>受講者用Webページ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21E7947-4BA1-40D3-8D36-0D1235872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3952875"/>
            <a:ext cx="3524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500" b="0">
                <a:solidFill>
                  <a:srgbClr val="607579"/>
                </a:solidFill>
                <a:latin typeface="Noto Sans JP"/>
                <a:ea typeface="Noto Sans JP"/>
                <a:cs typeface="Noto Sans JP"/>
              </a:defRPr>
            </a:pPr>
            <a:r>
              <a:rPr sz="1500" b="0">
                <a:solidFill>
                  <a:srgbClr val="607579"/>
                </a:solidFill>
                <a:latin typeface="Noto Sans JP"/>
                <a:ea typeface="Noto Sans JP"/>
                <a:cs typeface="Noto Sans JP"/>
              </a:rPr>
              <a:t>21本の全文プロンプトと</a:t>
            </a:r>
          </a:p>
          <a:p xmlns:a="http://schemas.openxmlformats.org/drawingml/2006/main">
            <a:pPr>
              <a:buNone/>
              <a:defRPr sz="1500" b="0">
                <a:solidFill>
                  <a:srgbClr val="607579"/>
                </a:solidFill>
                <a:latin typeface="Noto Sans JP"/>
                <a:ea typeface="Noto Sans JP"/>
                <a:cs typeface="Noto Sans JP"/>
              </a:defRPr>
            </a:pPr>
            <a:r>
              <a:rPr sz="1500" b="0">
                <a:solidFill>
                  <a:srgbClr val="607579"/>
                </a:solidFill>
                <a:latin typeface="Noto Sans JP"/>
                <a:ea typeface="Noto Sans JP"/>
                <a:cs typeface="Noto Sans JP"/>
              </a:rPr>
              <a:t>キット・ガイドをダウンロード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839EB92-46F9-41EA-8124-F4E59B526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5619750"/>
            <a:ext cx="9048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138596"/>
                </a:solidFill>
                <a:latin typeface="Noto Sans JP"/>
                <a:ea typeface="Noto Sans JP"/>
                <a:cs typeface="Noto Sans JP"/>
              </a:defRPr>
            </a:pPr>
            <a:r>
              <a:rPr sz="1200" b="1">
                <a:solidFill>
                  <a:srgbClr val="138596"/>
                </a:solidFill>
                <a:latin typeface="Noto Sans JP"/>
                <a:ea typeface="Noto Sans JP"/>
                <a:cs typeface="Noto Sans JP"/>
              </a:rPr>
              <a:t>https://ai-hayato-zoom-class.ahaha48.chatgpt.site/resources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DD91010-E282-4316-974D-5C1337D2C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27622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750" b="1">
                <a:solidFill>
                  <a:srgbClr val="7C908E"/>
                </a:solidFill>
                <a:latin typeface="Noto Sans JP"/>
                <a:ea typeface="Noto Sans JP"/>
                <a:cs typeface="Noto Sans JP"/>
              </a:defRPr>
            </a:pPr>
            <a:r>
              <a:rPr sz="750" b="1">
                <a:solidFill>
                  <a:srgbClr val="7C908E"/>
                </a:solidFill>
                <a:latin typeface="Noto Sans JP"/>
                <a:ea typeface="Noto Sans JP"/>
                <a:cs typeface="Noto Sans JP"/>
              </a:rPr>
              <a:t>AI NORIKO STARTER KIT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5A5BC05-A3F9-4D3B-B608-EFFB7EEFD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6467475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825" b="1">
                <a:solidFill>
                  <a:srgbClr val="138596"/>
                </a:solidFill>
                <a:latin typeface="Noto Sans JP"/>
                <a:ea typeface="Noto Sans JP"/>
                <a:cs typeface="Noto Sans JP"/>
              </a:defRPr>
            </a:pPr>
            <a:r>
              <a:rPr sz="825" b="1">
                <a:solidFill>
                  <a:srgbClr val="138596"/>
                </a:solidFill>
                <a:latin typeface="Noto Sans JP"/>
                <a:ea typeface="Noto Sans JP"/>
                <a:cs typeface="Noto Sans JP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209755250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7161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293EBC0-411C-4103-8669-894BA3940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3429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63DFEF"/>
                </a:solidFill>
                <a:latin typeface="Noto Sans JP"/>
                <a:ea typeface="Noto Sans JP"/>
                <a:cs typeface="Noto Sans JP"/>
              </a:defRPr>
            </a:pPr>
            <a:r>
              <a:rPr sz="975" b="1">
                <a:solidFill>
                  <a:srgbClr val="63DFEF"/>
                </a:solidFill>
                <a:latin typeface="Noto Sans JP"/>
                <a:ea typeface="Noto Sans JP"/>
                <a:cs typeface="Noto Sans JP"/>
              </a:rPr>
              <a:t>01 / UNDERSTAND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8A01AED-B892-4760-8EBF-6C66CB70F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62000"/>
            <a:ext cx="10820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150" b="1">
                <a:solidFill>
                  <a:srgbClr val="EAF7F8"/>
                </a:solidFill>
                <a:latin typeface="Noto Sans JP"/>
                <a:ea typeface="Noto Sans JP"/>
                <a:cs typeface="Noto Sans JP"/>
              </a:defRPr>
            </a:pPr>
            <a:r>
              <a:rPr sz="3150" b="1">
                <a:solidFill>
                  <a:srgbClr val="EAF7F8"/>
                </a:solidFill>
                <a:latin typeface="Noto Sans JP"/>
                <a:ea typeface="Noto Sans JP"/>
                <a:cs typeface="Noto Sans JP"/>
              </a:rPr>
              <a:t>AI NORIKOは、仕事を助ける共通の入口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9D4BA25-EED6-416A-8F4C-110900881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495425"/>
            <a:ext cx="10287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425" b="0">
                <a:solidFill>
                  <a:srgbClr val="8FA8AD"/>
                </a:solidFill>
                <a:latin typeface="Noto Sans JP"/>
                <a:ea typeface="Noto Sans JP"/>
                <a:cs typeface="Noto Sans JP"/>
              </a:defRPr>
            </a:pPr>
            <a:r>
              <a:rPr sz="1425" b="0">
                <a:solidFill>
                  <a:srgbClr val="8FA8AD"/>
                </a:solidFill>
                <a:latin typeface="Noto Sans JP"/>
                <a:ea typeface="Noto Sans JP"/>
                <a:cs typeface="Noto Sans JP"/>
              </a:rPr>
              <a:t>使う人・参照する知識・つなぐ機能を変えて育てます。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AA7BE92-87C4-4E29-8C55-72549439C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85800" y="1971675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34149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3E1FA59-4983-4291-BFD7-C669718D1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647950"/>
            <a:ext cx="1809750" cy="1809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3DFEF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8E01A0B-5E94-4FBD-BD95-9FA28E778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3267075"/>
            <a:ext cx="114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250" b="1">
                <a:solidFill>
                  <a:srgbClr val="07161C"/>
                </a:solidFill>
                <a:latin typeface="Noto Sans JP"/>
                <a:ea typeface="Noto Sans JP"/>
                <a:cs typeface="Noto Sans JP"/>
              </a:defRPr>
            </a:pPr>
            <a:r>
              <a:rPr sz="2250" b="1">
                <a:solidFill>
                  <a:srgbClr val="07161C"/>
                </a:solidFill>
                <a:latin typeface="Noto Sans JP"/>
                <a:ea typeface="Noto Sans JP"/>
                <a:cs typeface="Noto Sans JP"/>
              </a:rPr>
              <a:t>あなた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1D8DDB9-234C-4EF7-918A-C4997953E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190875"/>
            <a:ext cx="1143000" cy="571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A5A66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0D8C27F-A2B1-42E1-B495-5674A72D4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428875"/>
            <a:ext cx="2238375" cy="22383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A2027"/>
          </a:solidFill>
          <a:ln xmlns:a="http://schemas.openxmlformats.org/drawingml/2006/main" w="9525">
            <a:solidFill>
              <a:srgbClr val="63DFE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9659D78-E326-49E8-86CD-F6510F6B1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3048000"/>
            <a:ext cx="1476375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400" b="1">
                <a:solidFill>
                  <a:srgbClr val="EAF7F8"/>
                </a:solidFill>
                <a:latin typeface="Noto Sans JP"/>
                <a:ea typeface="Noto Sans JP"/>
                <a:cs typeface="Noto Sans JP"/>
              </a:defRPr>
            </a:pPr>
            <a:r>
              <a:rPr sz="2400" b="1">
                <a:solidFill>
                  <a:srgbClr val="EAF7F8"/>
                </a:solidFill>
                <a:latin typeface="Noto Sans JP"/>
                <a:ea typeface="Noto Sans JP"/>
                <a:cs typeface="Noto Sans JP"/>
              </a:rPr>
              <a:t>AI</a:t>
            </a:r>
          </a:p>
          <a:p xmlns:a="http://schemas.openxmlformats.org/drawingml/2006/main">
            <a:pPr>
              <a:buNone/>
              <a:defRPr sz="2400" b="1">
                <a:solidFill>
                  <a:srgbClr val="EAF7F8"/>
                </a:solidFill>
                <a:latin typeface="Noto Sans JP"/>
                <a:ea typeface="Noto Sans JP"/>
                <a:cs typeface="Noto Sans JP"/>
              </a:defRPr>
            </a:pPr>
            <a:r>
              <a:rPr sz="2400" b="1">
                <a:solidFill>
                  <a:srgbClr val="EAF7F8"/>
                </a:solidFill>
                <a:latin typeface="Noto Sans JP"/>
                <a:ea typeface="Noto Sans JP"/>
                <a:cs typeface="Noto Sans JP"/>
              </a:rPr>
              <a:t>NORIKO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949B257-9042-48C7-93C3-478A9DCDF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3190875"/>
            <a:ext cx="1143000" cy="571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A5A66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33E6298-D7DC-4288-B290-E7CD76C0B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476500"/>
            <a:ext cx="2476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0C2B34"/>
          </a:solidFill>
          <a:ln xmlns:a="http://schemas.openxmlformats.org/drawingml/2006/main" w="9525">
            <a:solidFill>
              <a:srgbClr val="245663"/>
            </a:solidFill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EAF7F8"/>
                </a:solidFill>
                <a:latin typeface="Noto Sans JP"/>
                <a:ea typeface="Noto Sans JP"/>
                <a:cs typeface="Noto Sans JP"/>
              </a:defRPr>
            </a:pPr>
            <a:r>
              <a:rPr sz="1650" b="1">
                <a:solidFill>
                  <a:srgbClr val="EAF7F8"/>
                </a:solidFill>
                <a:latin typeface="Noto Sans JP"/>
                <a:ea typeface="Noto Sans JP"/>
                <a:cs typeface="Noto Sans JP"/>
              </a:rPr>
              <a:t>予定・タスク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874858D-AAED-4C3B-9C27-480E98F37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333750"/>
            <a:ext cx="2476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0C2B34"/>
          </a:solidFill>
          <a:ln xmlns:a="http://schemas.openxmlformats.org/drawingml/2006/main" w="9525">
            <a:solidFill>
              <a:srgbClr val="245663"/>
            </a:solidFill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EAF7F8"/>
                </a:solidFill>
                <a:latin typeface="Noto Sans JP"/>
                <a:ea typeface="Noto Sans JP"/>
                <a:cs typeface="Noto Sans JP"/>
              </a:defRPr>
            </a:pPr>
            <a:r>
              <a:rPr sz="1650" b="1">
                <a:solidFill>
                  <a:srgbClr val="EAF7F8"/>
                </a:solidFill>
                <a:latin typeface="Noto Sans JP"/>
                <a:ea typeface="Noto Sans JP"/>
                <a:cs typeface="Noto Sans JP"/>
              </a:rPr>
              <a:t>調査・ライブ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D2BA9DF-2DEA-4E5B-9A44-CCFB279B1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191000"/>
            <a:ext cx="2476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0C2B34"/>
          </a:solidFill>
          <a:ln xmlns:a="http://schemas.openxmlformats.org/drawingml/2006/main" w="9525">
            <a:solidFill>
              <a:srgbClr val="245663"/>
            </a:solidFill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EAF7F8"/>
                </a:solidFill>
                <a:latin typeface="Noto Sans JP"/>
                <a:ea typeface="Noto Sans JP"/>
                <a:cs typeface="Noto Sans JP"/>
              </a:defRPr>
            </a:pPr>
            <a:r>
              <a:rPr sz="1650" b="1">
                <a:solidFill>
                  <a:srgbClr val="EAF7F8"/>
                </a:solidFill>
                <a:latin typeface="Noto Sans JP"/>
                <a:ea typeface="Noto Sans JP"/>
                <a:cs typeface="Noto Sans JP"/>
              </a:rPr>
              <a:t>知識・相談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9625BAB-E750-45A4-A217-E721AA42F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381625"/>
            <a:ext cx="9144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725" b="1">
                <a:solidFill>
                  <a:srgbClr val="E4BC72"/>
                </a:solidFill>
                <a:latin typeface="Noto Sans JP"/>
                <a:ea typeface="Noto Sans JP"/>
                <a:cs typeface="Noto Sans JP"/>
              </a:defRPr>
            </a:pPr>
            <a:r>
              <a:rPr sz="1725" b="1">
                <a:solidFill>
                  <a:srgbClr val="E4BC72"/>
                </a:solidFill>
                <a:latin typeface="Noto Sans JP"/>
                <a:ea typeface="Noto Sans JP"/>
                <a:cs typeface="Noto Sans JP"/>
              </a:rPr>
              <a:t>個人用は日々の秘書へ。会社用は、社長への相談を整理する入口へ。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448D5A4-2F11-4E03-B875-DA9E8A5AE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27622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750" b="1">
                <a:solidFill>
                  <a:srgbClr val="557279"/>
                </a:solidFill>
                <a:latin typeface="Noto Sans JP"/>
                <a:ea typeface="Noto Sans JP"/>
                <a:cs typeface="Noto Sans JP"/>
              </a:defRPr>
            </a:pPr>
            <a:r>
              <a:rPr sz="750" b="1">
                <a:solidFill>
                  <a:srgbClr val="557279"/>
                </a:solidFill>
                <a:latin typeface="Noto Sans JP"/>
                <a:ea typeface="Noto Sans JP"/>
                <a:cs typeface="Noto Sans JP"/>
              </a:rPr>
              <a:t>AI NORIKO STARTER KIT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7650E64-0638-4FF6-A164-696264473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6467475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825" b="1">
                <a:solidFill>
                  <a:srgbClr val="63DFEF"/>
                </a:solidFill>
                <a:latin typeface="Noto Sans JP"/>
                <a:ea typeface="Noto Sans JP"/>
                <a:cs typeface="Noto Sans JP"/>
              </a:defRPr>
            </a:pPr>
            <a:r>
              <a:rPr sz="825" b="1">
                <a:solidFill>
                  <a:srgbClr val="63DFEF"/>
                </a:solidFill>
                <a:latin typeface="Noto Sans JP"/>
                <a:ea typeface="Noto Sans JP"/>
                <a:cs typeface="Noto Sans JP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00629539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4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9F15F46-CC00-4960-9370-0F7002628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3429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138596"/>
                </a:solidFill>
                <a:latin typeface="Noto Sans JP"/>
                <a:ea typeface="Noto Sans JP"/>
                <a:cs typeface="Noto Sans JP"/>
              </a:defRPr>
            </a:pPr>
            <a:r>
              <a:rPr sz="975" b="1">
                <a:solidFill>
                  <a:srgbClr val="138596"/>
                </a:solidFill>
                <a:latin typeface="Noto Sans JP"/>
                <a:ea typeface="Noto Sans JP"/>
                <a:cs typeface="Noto Sans JP"/>
              </a:rPr>
              <a:t>01 / STRUCTURE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246B238-2BD3-4303-94CA-377BC5C2B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62000"/>
            <a:ext cx="10820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150" b="1">
                <a:solidFill>
                  <a:srgbClr val="07161C"/>
                </a:solidFill>
                <a:latin typeface="Noto Sans JP"/>
                <a:ea typeface="Noto Sans JP"/>
                <a:cs typeface="Noto Sans JP"/>
              </a:defRPr>
            </a:pPr>
            <a:r>
              <a:rPr sz="3150" b="1">
                <a:solidFill>
                  <a:srgbClr val="07161C"/>
                </a:solidFill>
                <a:latin typeface="Noto Sans JP"/>
                <a:ea typeface="Noto Sans JP"/>
                <a:cs typeface="Noto Sans JP"/>
              </a:rPr>
              <a:t>AI NORIKOを中心に、必要なものだけ接続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AAEEBDE-62D5-4927-8EB3-30DA9B65B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495425"/>
            <a:ext cx="10287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425" b="0">
                <a:solidFill>
                  <a:srgbClr val="607579"/>
                </a:solidFill>
                <a:latin typeface="Noto Sans JP"/>
                <a:ea typeface="Noto Sans JP"/>
                <a:cs typeface="Noto Sans JP"/>
              </a:defRPr>
            </a:pPr>
            <a:r>
              <a:rPr sz="1425" b="0">
                <a:solidFill>
                  <a:srgbClr val="607579"/>
                </a:solidFill>
                <a:latin typeface="Noto Sans JP"/>
                <a:ea typeface="Noto Sans JP"/>
                <a:cs typeface="Noto Sans JP"/>
              </a:rPr>
              <a:t>自由な相談にはAIモデルが必要。音声・Google等は別の任意連携です。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F93EBA5-8908-4F26-904E-D90BCA906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85800" y="1971675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8D4CF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CF8B16B-7D38-465E-876D-0DEDEC9A3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2619375"/>
            <a:ext cx="2743200" cy="2743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7161C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5034C39-A1A3-46B4-968E-052BBD460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3505200"/>
            <a:ext cx="1809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75" b="1">
                <a:solidFill>
                  <a:srgbClr val="EAF7F8"/>
                </a:solidFill>
                <a:latin typeface="Noto Sans JP"/>
                <a:ea typeface="Noto Sans JP"/>
                <a:cs typeface="Noto Sans JP"/>
              </a:defRPr>
            </a:pPr>
            <a:r>
              <a:rPr sz="2175" b="1">
                <a:solidFill>
                  <a:srgbClr val="EAF7F8"/>
                </a:solidFill>
                <a:latin typeface="Noto Sans JP"/>
                <a:ea typeface="Noto Sans JP"/>
                <a:cs typeface="Noto Sans JP"/>
              </a:rPr>
              <a:t>AI NORIKO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5AACB24-837F-4660-BED2-CC57D6E00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4057650"/>
            <a:ext cx="200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125" b="0">
                <a:solidFill>
                  <a:srgbClr val="63DFEF"/>
                </a:solidFill>
                <a:latin typeface="Noto Sans JP"/>
                <a:ea typeface="Noto Sans JP"/>
                <a:cs typeface="Noto Sans JP"/>
              </a:defRPr>
            </a:pPr>
            <a:r>
              <a:rPr sz="1125" b="0">
                <a:solidFill>
                  <a:srgbClr val="63DFEF"/>
                </a:solidFill>
                <a:latin typeface="Noto Sans JP"/>
                <a:ea typeface="Noto Sans JP"/>
                <a:cs typeface="Noto Sans JP"/>
              </a:rPr>
              <a:t>会話・表示・実行の窓口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6D4D1AE-BE4A-43E9-A5C9-2B3D28589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00300"/>
            <a:ext cx="2171700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E6F6F5"/>
          </a:solidFill>
          <a:ln xmlns:a="http://schemas.openxmlformats.org/drawingml/2006/main" w="9525">
            <a:solidFill>
              <a:srgbClr val="C8D4C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28107DD-A29C-4CAF-ADF6-C11DB731FC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590800"/>
            <a:ext cx="1790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07161C"/>
                </a:solidFill>
                <a:latin typeface="Noto Sans JP"/>
                <a:ea typeface="Noto Sans JP"/>
                <a:cs typeface="Noto Sans JP"/>
              </a:defRPr>
            </a:pPr>
            <a:r>
              <a:rPr sz="1500" b="1">
                <a:solidFill>
                  <a:srgbClr val="07161C"/>
                </a:solidFill>
                <a:latin typeface="Noto Sans JP"/>
                <a:ea typeface="Noto Sans JP"/>
                <a:cs typeface="Noto Sans JP"/>
              </a:rPr>
              <a:t>Google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61E847F-574B-41CF-8A3C-E5A233772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971800"/>
            <a:ext cx="1790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125" b="0">
                <a:solidFill>
                  <a:srgbClr val="607579"/>
                </a:solidFill>
                <a:latin typeface="Noto Sans JP"/>
                <a:ea typeface="Noto Sans JP"/>
                <a:cs typeface="Noto Sans JP"/>
              </a:defRPr>
            </a:pPr>
            <a:r>
              <a:rPr sz="1125" b="0">
                <a:solidFill>
                  <a:srgbClr val="607579"/>
                </a:solidFill>
                <a:latin typeface="Noto Sans JP"/>
                <a:ea typeface="Noto Sans JP"/>
                <a:cs typeface="Noto Sans JP"/>
              </a:rPr>
              <a:t>予定・タスク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787C983-1E88-42C6-AE79-A351CAFE1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62450"/>
            <a:ext cx="2171700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D4C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E2DC2E0-265F-49F9-9A5A-F434B278E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552950"/>
            <a:ext cx="1790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07161C"/>
                </a:solidFill>
                <a:latin typeface="Noto Sans JP"/>
                <a:ea typeface="Noto Sans JP"/>
                <a:cs typeface="Noto Sans JP"/>
              </a:defRPr>
            </a:pPr>
            <a:r>
              <a:rPr sz="1500" b="1">
                <a:solidFill>
                  <a:srgbClr val="07161C"/>
                </a:solidFill>
                <a:latin typeface="Noto Sans JP"/>
                <a:ea typeface="Noto Sans JP"/>
                <a:cs typeface="Noto Sans JP"/>
              </a:rPr>
              <a:t>Obsidian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8662BC5-9785-45CF-8E93-A166E7E47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933950"/>
            <a:ext cx="1790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125" b="0">
                <a:solidFill>
                  <a:srgbClr val="607579"/>
                </a:solidFill>
                <a:latin typeface="Noto Sans JP"/>
                <a:ea typeface="Noto Sans JP"/>
                <a:cs typeface="Noto Sans JP"/>
              </a:defRPr>
            </a:pPr>
            <a:r>
              <a:rPr sz="1125" b="0">
                <a:solidFill>
                  <a:srgbClr val="607579"/>
                </a:solidFill>
                <a:latin typeface="Noto Sans JP"/>
                <a:ea typeface="Noto Sans JP"/>
                <a:cs typeface="Noto Sans JP"/>
              </a:rPr>
              <a:t>参照する知識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8B3B556-6EB5-4FA6-8535-FADF36BD8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2400300"/>
            <a:ext cx="2171700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FF3D9"/>
          </a:solidFill>
          <a:ln xmlns:a="http://schemas.openxmlformats.org/drawingml/2006/main" w="9525">
            <a:solidFill>
              <a:srgbClr val="C8D4C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E302F17-E0B1-4202-BBD1-8DCBBC150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590800"/>
            <a:ext cx="1790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07161C"/>
                </a:solidFill>
                <a:latin typeface="Noto Sans JP"/>
                <a:ea typeface="Noto Sans JP"/>
                <a:cs typeface="Noto Sans JP"/>
              </a:defRPr>
            </a:pPr>
            <a:r>
              <a:rPr sz="1500" b="1">
                <a:solidFill>
                  <a:srgbClr val="07161C"/>
                </a:solidFill>
                <a:latin typeface="Noto Sans JP"/>
                <a:ea typeface="Noto Sans JP"/>
                <a:cs typeface="Noto Sans JP"/>
              </a:rPr>
              <a:t>Fish Audio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C135592-6188-453F-B6A2-5D30A5185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971800"/>
            <a:ext cx="1790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125" b="0">
                <a:solidFill>
                  <a:srgbClr val="607579"/>
                </a:solidFill>
                <a:latin typeface="Noto Sans JP"/>
                <a:ea typeface="Noto Sans JP"/>
                <a:cs typeface="Noto Sans JP"/>
              </a:defRPr>
            </a:pPr>
            <a:r>
              <a:rPr sz="1125" b="0">
                <a:solidFill>
                  <a:srgbClr val="607579"/>
                </a:solidFill>
                <a:latin typeface="Noto Sans JP"/>
                <a:ea typeface="Noto Sans JP"/>
                <a:cs typeface="Noto Sans JP"/>
              </a:rPr>
              <a:t>選んだ声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DD932EC-B006-4A2C-B446-1E0CFC310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4362450"/>
            <a:ext cx="2171700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D4C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B61999A-56E2-4C67-8FD0-74BEA1882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4552950"/>
            <a:ext cx="1790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07161C"/>
                </a:solidFill>
                <a:latin typeface="Noto Sans JP"/>
                <a:ea typeface="Noto Sans JP"/>
                <a:cs typeface="Noto Sans JP"/>
              </a:defRPr>
            </a:pPr>
            <a:r>
              <a:rPr sz="1500" b="1">
                <a:solidFill>
                  <a:srgbClr val="07161C"/>
                </a:solidFill>
                <a:latin typeface="Noto Sans JP"/>
                <a:ea typeface="Noto Sans JP"/>
                <a:cs typeface="Noto Sans JP"/>
              </a:rPr>
              <a:t>Codex / Claude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7D98A0B-6A59-4E9F-A6D0-D97240A3F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4933950"/>
            <a:ext cx="1790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125" b="0">
                <a:solidFill>
                  <a:srgbClr val="607579"/>
                </a:solidFill>
                <a:latin typeface="Noto Sans JP"/>
                <a:ea typeface="Noto Sans JP"/>
                <a:cs typeface="Noto Sans JP"/>
              </a:defRPr>
            </a:pPr>
            <a:r>
              <a:rPr sz="1125" b="0">
                <a:solidFill>
                  <a:srgbClr val="607579"/>
                </a:solidFill>
                <a:latin typeface="Noto Sans JP"/>
                <a:ea typeface="Noto Sans JP"/>
                <a:cs typeface="Noto Sans JP"/>
              </a:rPr>
              <a:t>制作へ引継ぎ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4E2D115-D182-4909-ABC6-A5F85A927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2857500" y="2914650"/>
            <a:ext cx="1885950" cy="7429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38596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D7CF9B8-A5B5-4937-B38C-F3B12BC35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2857500" y="4133850"/>
            <a:ext cx="1885950" cy="7429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38596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10847BD-5CC6-4012-B72F-CE1639FA6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7467600" y="2914650"/>
            <a:ext cx="1866900" cy="7429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38596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C02BCEE-9C46-408B-ABB3-F17ACBECA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7467600" y="4133850"/>
            <a:ext cx="1866900" cy="7429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38596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F248BD8-2D68-4593-8538-C531678CF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27622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750" b="1">
                <a:solidFill>
                  <a:srgbClr val="7C908E"/>
                </a:solidFill>
                <a:latin typeface="Noto Sans JP"/>
                <a:ea typeface="Noto Sans JP"/>
                <a:cs typeface="Noto Sans JP"/>
              </a:defRPr>
            </a:pPr>
            <a:r>
              <a:rPr sz="750" b="1">
                <a:solidFill>
                  <a:srgbClr val="7C908E"/>
                </a:solidFill>
                <a:latin typeface="Noto Sans JP"/>
                <a:ea typeface="Noto Sans JP"/>
                <a:cs typeface="Noto Sans JP"/>
              </a:rPr>
              <a:t>AI NORIKO STARTER KIT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2D4A1DE-5FE5-40EF-B79D-99BAADE2D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6467475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825" b="1">
                <a:solidFill>
                  <a:srgbClr val="138596"/>
                </a:solidFill>
                <a:latin typeface="Noto Sans JP"/>
                <a:ea typeface="Noto Sans JP"/>
                <a:cs typeface="Noto Sans JP"/>
              </a:defRPr>
            </a:pPr>
            <a:r>
              <a:rPr sz="825" b="1">
                <a:solidFill>
                  <a:srgbClr val="138596"/>
                </a:solidFill>
                <a:latin typeface="Noto Sans JP"/>
                <a:ea typeface="Noto Sans JP"/>
                <a:cs typeface="Noto Sans JP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76712969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4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06E1A3F-5A25-45D3-9149-B104C53E0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3429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138596"/>
                </a:solidFill>
                <a:latin typeface="Noto Sans JP"/>
                <a:ea typeface="Noto Sans JP"/>
                <a:cs typeface="Noto Sans JP"/>
              </a:defRPr>
            </a:pPr>
            <a:r>
              <a:rPr sz="975" b="1">
                <a:solidFill>
                  <a:srgbClr val="138596"/>
                </a:solidFill>
                <a:latin typeface="Noto Sans JP"/>
                <a:ea typeface="Noto Sans JP"/>
                <a:cs typeface="Noto Sans JP"/>
              </a:rPr>
              <a:t>01 / COMMON BASE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17A1290-6643-41E1-9A2F-B74CC2226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62000"/>
            <a:ext cx="10820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150" b="1">
                <a:solidFill>
                  <a:srgbClr val="07161C"/>
                </a:solidFill>
                <a:latin typeface="Noto Sans JP"/>
                <a:ea typeface="Noto Sans JP"/>
                <a:cs typeface="Noto Sans JP"/>
              </a:defRPr>
            </a:pPr>
            <a:r>
              <a:rPr sz="3150" b="1">
                <a:solidFill>
                  <a:srgbClr val="07161C"/>
                </a:solidFill>
                <a:latin typeface="Noto Sans JP"/>
                <a:ea typeface="Noto Sans JP"/>
                <a:cs typeface="Noto Sans JP"/>
              </a:rPr>
              <a:t>導入は共通。使う人に合わせて発展する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C9A9B1A-1B42-476B-B777-D2A06BEF9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495425"/>
            <a:ext cx="10287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425" b="0">
                <a:solidFill>
                  <a:srgbClr val="607579"/>
                </a:solidFill>
                <a:latin typeface="Noto Sans JP"/>
                <a:ea typeface="Noto Sans JP"/>
                <a:cs typeface="Noto Sans JP"/>
              </a:defRPr>
            </a:pPr>
            <a:r>
              <a:rPr sz="1425" b="0">
                <a:solidFill>
                  <a:srgbClr val="607579"/>
                </a:solidFill>
                <a:latin typeface="Noto Sans JP"/>
                <a:ea typeface="Noto Sans JP"/>
                <a:cs typeface="Noto Sans JP"/>
              </a:rPr>
              <a:t>変わるのは、参照する知識・使う場面・必要な安全対策です。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9F449DA-C57E-4EA1-AA7F-D0564A002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85800" y="1971675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8D4CF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7CFF759-B1C3-4C0B-A185-127A1ADF7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28875"/>
            <a:ext cx="3143250" cy="2905125"/>
          </a:xfrm>
          <a:prstGeom xmlns:a="http://schemas.openxmlformats.org/drawingml/2006/main" prst="roundRect">
            <a:avLst>
              <a:gd name="adj" fmla="val 262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D4C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72D374D-3C29-45A7-8E33-57EDAE1C8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667000"/>
            <a:ext cx="666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00" b="1">
                <a:solidFill>
                  <a:srgbClr val="138596"/>
                </a:solidFill>
                <a:latin typeface="Noto Sans JP"/>
                <a:ea typeface="Noto Sans JP"/>
                <a:cs typeface="Noto Sans JP"/>
              </a:defRPr>
            </a:pPr>
            <a:r>
              <a:rPr sz="2100" b="1">
                <a:solidFill>
                  <a:srgbClr val="138596"/>
                </a:solidFill>
                <a:latin typeface="Noto Sans JP"/>
                <a:ea typeface="Noto Sans JP"/>
                <a:cs typeface="Noto Sans JP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0F0C1B6-E3D1-4D63-85E4-83D9FBDAE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209925"/>
            <a:ext cx="5143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3DFEF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F203D36-6E31-4EBD-A544-59094353E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533775"/>
            <a:ext cx="26098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950" b="1">
                <a:solidFill>
                  <a:srgbClr val="07161C"/>
                </a:solidFill>
                <a:latin typeface="Noto Sans JP"/>
                <a:ea typeface="Noto Sans JP"/>
                <a:cs typeface="Noto Sans JP"/>
              </a:defRPr>
            </a:pPr>
            <a:r>
              <a:rPr sz="1950" b="1">
                <a:solidFill>
                  <a:srgbClr val="07161C"/>
                </a:solidFill>
                <a:latin typeface="Noto Sans JP"/>
                <a:ea typeface="Noto Sans JP"/>
                <a:cs typeface="Noto Sans JP"/>
              </a:rPr>
              <a:t>共通の土台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8C18E1C-A4C5-49AE-A3E8-3823C6A59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314825"/>
            <a:ext cx="25717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607579"/>
                </a:solidFill>
                <a:latin typeface="Noto Sans JP"/>
                <a:ea typeface="Noto Sans JP"/>
                <a:cs typeface="Noto Sans JP"/>
              </a:defRPr>
            </a:pPr>
            <a:r>
              <a:rPr sz="1350" b="0">
                <a:solidFill>
                  <a:srgbClr val="607579"/>
                </a:solidFill>
                <a:latin typeface="Noto Sans JP"/>
                <a:ea typeface="Noto Sans JP"/>
                <a:cs typeface="Noto Sans JP"/>
              </a:rPr>
              <a:t>起動・手動タスクを確認。自由な相談にはAIモデルと知識を接続します。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892E4B6-5FD1-4591-BCD5-BF64D97F7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2428875"/>
            <a:ext cx="3143250" cy="2905125"/>
          </a:xfrm>
          <a:prstGeom xmlns:a="http://schemas.openxmlformats.org/drawingml/2006/main" prst="roundRect">
            <a:avLst>
              <a:gd name="adj" fmla="val 262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D4C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927DACA-D0D9-4610-B848-651A8D1D8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2667000"/>
            <a:ext cx="666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00" b="1">
                <a:solidFill>
                  <a:srgbClr val="138596"/>
                </a:solidFill>
                <a:latin typeface="Noto Sans JP"/>
                <a:ea typeface="Noto Sans JP"/>
                <a:cs typeface="Noto Sans JP"/>
              </a:defRPr>
            </a:pPr>
            <a:r>
              <a:rPr sz="2100" b="1">
                <a:solidFill>
                  <a:srgbClr val="138596"/>
                </a:solidFill>
                <a:latin typeface="Noto Sans JP"/>
                <a:ea typeface="Noto Sans JP"/>
                <a:cs typeface="Noto Sans JP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87AE21A-8875-4552-89B4-0978B3D2F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209925"/>
            <a:ext cx="5143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BC72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1C1A434-284C-40A9-8CAE-E5837161F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3533775"/>
            <a:ext cx="26098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950" b="1">
                <a:solidFill>
                  <a:srgbClr val="07161C"/>
                </a:solidFill>
                <a:latin typeface="Noto Sans JP"/>
                <a:ea typeface="Noto Sans JP"/>
                <a:cs typeface="Noto Sans JP"/>
              </a:defRPr>
            </a:pPr>
            <a:r>
              <a:rPr sz="1950" b="1">
                <a:solidFill>
                  <a:srgbClr val="07161C"/>
                </a:solidFill>
                <a:latin typeface="Noto Sans JP"/>
                <a:ea typeface="Noto Sans JP"/>
                <a:cs typeface="Noto Sans JP"/>
              </a:rPr>
              <a:t>個人のAI秘書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B1C1703-FFC2-450B-8ADC-33CFBF897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4314825"/>
            <a:ext cx="25717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607579"/>
                </a:solidFill>
                <a:latin typeface="Noto Sans JP"/>
                <a:ea typeface="Noto Sans JP"/>
                <a:cs typeface="Noto Sans JP"/>
              </a:defRPr>
            </a:pPr>
            <a:r>
              <a:rPr sz="1350" b="0">
                <a:solidFill>
                  <a:srgbClr val="607579"/>
                </a:solidFill>
                <a:latin typeface="Noto Sans JP"/>
                <a:ea typeface="Noto Sans JP"/>
                <a:cs typeface="Noto Sans JP"/>
              </a:rPr>
              <a:t>自分の考え方で相談。予定やタスク、日々のメモを整理します。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9484AA5-8193-4370-85C6-BDEEDCF22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2428875"/>
            <a:ext cx="3143250" cy="2905125"/>
          </a:xfrm>
          <a:prstGeom xmlns:a="http://schemas.openxmlformats.org/drawingml/2006/main" prst="roundRect">
            <a:avLst>
              <a:gd name="adj" fmla="val 262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D4C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AB61465-FA51-45DD-B0C3-1B8DD7A4A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667000"/>
            <a:ext cx="666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00" b="1">
                <a:solidFill>
                  <a:srgbClr val="138596"/>
                </a:solidFill>
                <a:latin typeface="Noto Sans JP"/>
                <a:ea typeface="Noto Sans JP"/>
                <a:cs typeface="Noto Sans JP"/>
              </a:defRPr>
            </a:pPr>
            <a:r>
              <a:rPr sz="2100" b="1">
                <a:solidFill>
                  <a:srgbClr val="138596"/>
                </a:solidFill>
                <a:latin typeface="Noto Sans JP"/>
                <a:ea typeface="Noto Sans JP"/>
                <a:cs typeface="Noto Sans JP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D2B2FA2-D18D-4634-8F6B-AF584D36C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209925"/>
            <a:ext cx="5143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8E78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45C2677-B44F-42D6-99D9-193F1E5CE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533775"/>
            <a:ext cx="26098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950" b="1">
                <a:solidFill>
                  <a:srgbClr val="07161C"/>
                </a:solidFill>
                <a:latin typeface="Noto Sans JP"/>
                <a:ea typeface="Noto Sans JP"/>
                <a:cs typeface="Noto Sans JP"/>
              </a:defRPr>
            </a:pPr>
            <a:r>
              <a:rPr sz="1950" b="1">
                <a:solidFill>
                  <a:srgbClr val="07161C"/>
                </a:solidFill>
                <a:latin typeface="Noto Sans JP"/>
                <a:ea typeface="Noto Sans JP"/>
                <a:cs typeface="Noto Sans JP"/>
              </a:rPr>
              <a:t>会社の相談役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67BE227-E3CB-41CA-B203-34FC7A0C9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4314825"/>
            <a:ext cx="25717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607579"/>
                </a:solidFill>
                <a:latin typeface="Noto Sans JP"/>
                <a:ea typeface="Noto Sans JP"/>
                <a:cs typeface="Noto Sans JP"/>
              </a:defRPr>
            </a:pPr>
            <a:r>
              <a:rPr sz="1350" b="0">
                <a:solidFill>
                  <a:srgbClr val="607579"/>
                </a:solidFill>
                <a:latin typeface="Noto Sans JP"/>
                <a:ea typeface="Noto Sans JP"/>
                <a:cs typeface="Noto Sans JP"/>
              </a:rPr>
              <a:t>責任者1名で試作。社員利用は認証・権限・承認等の別開発が必要です。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8B1876D-777C-4FFA-9383-CA59D0E61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27622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750" b="1">
                <a:solidFill>
                  <a:srgbClr val="7C908E"/>
                </a:solidFill>
                <a:latin typeface="Noto Sans JP"/>
                <a:ea typeface="Noto Sans JP"/>
                <a:cs typeface="Noto Sans JP"/>
              </a:defRPr>
            </a:pPr>
            <a:r>
              <a:rPr sz="750" b="1">
                <a:solidFill>
                  <a:srgbClr val="7C908E"/>
                </a:solidFill>
                <a:latin typeface="Noto Sans JP"/>
                <a:ea typeface="Noto Sans JP"/>
                <a:cs typeface="Noto Sans JP"/>
              </a:rPr>
              <a:t>AI NORIKO STARTER KIT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7E5BE69-9800-46DB-877F-8A363DA29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6467475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825" b="1">
                <a:solidFill>
                  <a:srgbClr val="138596"/>
                </a:solidFill>
                <a:latin typeface="Noto Sans JP"/>
                <a:ea typeface="Noto Sans JP"/>
                <a:cs typeface="Noto Sans JP"/>
              </a:defRPr>
            </a:pPr>
            <a:r>
              <a:rPr sz="825" b="1">
                <a:solidFill>
                  <a:srgbClr val="138596"/>
                </a:solidFill>
                <a:latin typeface="Noto Sans JP"/>
                <a:ea typeface="Noto Sans JP"/>
                <a:cs typeface="Noto Sans JP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824817960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7161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4833F8B-4B93-42EF-9705-93B9855E4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3429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63DFEF"/>
                </a:solidFill>
                <a:latin typeface="Noto Sans JP"/>
                <a:ea typeface="Noto Sans JP"/>
                <a:cs typeface="Noto Sans JP"/>
              </a:defRPr>
            </a:pPr>
            <a:r>
              <a:rPr sz="975" b="1">
                <a:solidFill>
                  <a:srgbClr val="63DFEF"/>
                </a:solidFill>
                <a:latin typeface="Noto Sans JP"/>
                <a:ea typeface="Noto Sans JP"/>
                <a:cs typeface="Noto Sans JP"/>
              </a:rPr>
              <a:t>01 / CAPABILITIES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1D41C8D-9B65-4C52-BB1A-496BD2C2D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62000"/>
            <a:ext cx="10820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150" b="1">
                <a:solidFill>
                  <a:srgbClr val="EAF7F8"/>
                </a:solidFill>
                <a:latin typeface="Noto Sans JP"/>
                <a:ea typeface="Noto Sans JP"/>
                <a:cs typeface="Noto Sans JP"/>
              </a:defRPr>
            </a:pPr>
            <a:r>
              <a:rPr sz="3150" b="1">
                <a:solidFill>
                  <a:srgbClr val="EAF7F8"/>
                </a:solidFill>
                <a:latin typeface="Noto Sans JP"/>
                <a:ea typeface="Noto Sans JP"/>
                <a:cs typeface="Noto Sans JP"/>
              </a:rPr>
              <a:t>既存機能と任意連携を分けて選ぶ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1E194EB-D0F4-405F-8B02-E783F2831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495425"/>
            <a:ext cx="10287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425" b="0">
                <a:solidFill>
                  <a:srgbClr val="8FA8AD"/>
                </a:solidFill>
                <a:latin typeface="Noto Sans JP"/>
                <a:ea typeface="Noto Sans JP"/>
                <a:cs typeface="Noto Sans JP"/>
              </a:defRPr>
            </a:pPr>
            <a:r>
              <a:rPr sz="1425" b="0">
                <a:solidFill>
                  <a:srgbClr val="8FA8AD"/>
                </a:solidFill>
                <a:latin typeface="Noto Sans JP"/>
                <a:ea typeface="Noto Sans JP"/>
                <a:cs typeface="Noto Sans JP"/>
              </a:rPr>
              <a:t>接続が必要な機能は、設定と動作確認が済んでから使います。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FE55881-6A5E-4255-B50D-280A6705C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85800" y="1971675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34149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397CB81-C588-4147-8B91-FCE93F9E9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62200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63DFEF"/>
                </a:solidFill>
                <a:latin typeface="Noto Sans JP"/>
                <a:ea typeface="Noto Sans JP"/>
                <a:cs typeface="Noto Sans JP"/>
              </a:defRPr>
            </a:pPr>
            <a:r>
              <a:rPr sz="1200" b="1">
                <a:solidFill>
                  <a:srgbClr val="63DFEF"/>
                </a:solidFill>
                <a:latin typeface="Noto Sans JP"/>
                <a:ea typeface="Noto Sans JP"/>
                <a:cs typeface="Noto Sans JP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E0A90D7-BF0D-4D26-B6E2-0CBA7783F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333625"/>
            <a:ext cx="2667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75" b="1">
                <a:solidFill>
                  <a:srgbClr val="EAF7F8"/>
                </a:solidFill>
                <a:latin typeface="Noto Sans JP"/>
                <a:ea typeface="Noto Sans JP"/>
                <a:cs typeface="Noto Sans JP"/>
              </a:defRPr>
            </a:pPr>
            <a:r>
              <a:rPr sz="1875" b="1">
                <a:solidFill>
                  <a:srgbClr val="EAF7F8"/>
                </a:solidFill>
                <a:latin typeface="Noto Sans JP"/>
                <a:ea typeface="Noto Sans JP"/>
                <a:cs typeface="Noto Sans JP"/>
              </a:rPr>
              <a:t>予定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E60B668-1BF2-41D5-810C-1ECEDBFF7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819400"/>
            <a:ext cx="2667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8FA8AD"/>
                </a:solidFill>
                <a:latin typeface="Noto Sans JP"/>
                <a:ea typeface="Noto Sans JP"/>
                <a:cs typeface="Noto Sans JP"/>
              </a:defRPr>
            </a:pPr>
            <a:r>
              <a:rPr sz="1200" b="0">
                <a:solidFill>
                  <a:srgbClr val="8FA8AD"/>
                </a:solidFill>
                <a:latin typeface="Noto Sans JP"/>
                <a:ea typeface="Noto Sans JP"/>
                <a:cs typeface="Noto Sans JP"/>
              </a:rPr>
              <a:t>Google連携後に検索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116EFB9-EEB6-463A-B58D-2CE4AD8CE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85800" y="3486150"/>
            <a:ext cx="3143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4444C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9F741D3-E74F-44D0-BBC0-70BA13D8C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2362200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63DFEF"/>
                </a:solidFill>
                <a:latin typeface="Noto Sans JP"/>
                <a:ea typeface="Noto Sans JP"/>
                <a:cs typeface="Noto Sans JP"/>
              </a:defRPr>
            </a:pPr>
            <a:r>
              <a:rPr sz="1200" b="1">
                <a:solidFill>
                  <a:srgbClr val="63DFEF"/>
                </a:solidFill>
                <a:latin typeface="Noto Sans JP"/>
                <a:ea typeface="Noto Sans JP"/>
                <a:cs typeface="Noto Sans JP"/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7FD00D9-4897-400C-99EC-70473772D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2333625"/>
            <a:ext cx="2667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75" b="1">
                <a:solidFill>
                  <a:srgbClr val="EAF7F8"/>
                </a:solidFill>
                <a:latin typeface="Noto Sans JP"/>
                <a:ea typeface="Noto Sans JP"/>
                <a:cs typeface="Noto Sans JP"/>
              </a:defRPr>
            </a:pPr>
            <a:r>
              <a:rPr sz="1875" b="1">
                <a:solidFill>
                  <a:srgbClr val="EAF7F8"/>
                </a:solidFill>
                <a:latin typeface="Noto Sans JP"/>
                <a:ea typeface="Noto Sans JP"/>
                <a:cs typeface="Noto Sans JP"/>
              </a:rPr>
              <a:t>タスク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B824CB7-6744-4701-82C8-38B9EAACA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2819400"/>
            <a:ext cx="2667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8FA8AD"/>
                </a:solidFill>
                <a:latin typeface="Noto Sans JP"/>
                <a:ea typeface="Noto Sans JP"/>
                <a:cs typeface="Noto Sans JP"/>
              </a:defRPr>
            </a:pPr>
            <a:r>
              <a:rPr sz="1200" b="0">
                <a:solidFill>
                  <a:srgbClr val="8FA8AD"/>
                </a:solidFill>
                <a:latin typeface="Noto Sans JP"/>
                <a:ea typeface="Noto Sans JP"/>
                <a:cs typeface="Noto Sans JP"/>
              </a:rPr>
              <a:t>手動から開始・Googleは任意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F48E8FF-FAEB-44FA-B924-07ABCFEFB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362450" y="3486150"/>
            <a:ext cx="3143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4444C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E0B8E76-6E8E-4560-B1DA-6EDFACE7E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362200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63DFEF"/>
                </a:solidFill>
                <a:latin typeface="Noto Sans JP"/>
                <a:ea typeface="Noto Sans JP"/>
                <a:cs typeface="Noto Sans JP"/>
              </a:defRPr>
            </a:pPr>
            <a:r>
              <a:rPr sz="1200" b="1">
                <a:solidFill>
                  <a:srgbClr val="63DFEF"/>
                </a:solidFill>
                <a:latin typeface="Noto Sans JP"/>
                <a:ea typeface="Noto Sans JP"/>
                <a:cs typeface="Noto Sans JP"/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6128788-7025-46E5-9873-9F9FF86B8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2333625"/>
            <a:ext cx="2667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75" b="1">
                <a:solidFill>
                  <a:srgbClr val="EAF7F8"/>
                </a:solidFill>
                <a:latin typeface="Noto Sans JP"/>
                <a:ea typeface="Noto Sans JP"/>
                <a:cs typeface="Noto Sans JP"/>
              </a:defRPr>
            </a:pPr>
            <a:r>
              <a:rPr sz="1875" b="1">
                <a:solidFill>
                  <a:srgbClr val="EAF7F8"/>
                </a:solidFill>
                <a:latin typeface="Noto Sans JP"/>
                <a:ea typeface="Noto Sans JP"/>
                <a:cs typeface="Noto Sans JP"/>
              </a:rPr>
              <a:t>調査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68AD5A3-1E57-4E4B-99D0-D3305C9FD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2819400"/>
            <a:ext cx="2667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8FA8AD"/>
                </a:solidFill>
                <a:latin typeface="Noto Sans JP"/>
                <a:ea typeface="Noto Sans JP"/>
                <a:cs typeface="Noto Sans JP"/>
              </a:defRPr>
            </a:pPr>
            <a:r>
              <a:rPr sz="1200" b="0">
                <a:solidFill>
                  <a:srgbClr val="8FA8AD"/>
                </a:solidFill>
                <a:latin typeface="Noto Sans JP"/>
                <a:ea typeface="Noto Sans JP"/>
                <a:cs typeface="Noto Sans JP"/>
              </a:rPr>
              <a:t>ニュース・天気・Web検索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2233FA2-4DDB-47D2-BC99-11DDDD43B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8039100" y="3486150"/>
            <a:ext cx="3143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4444C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7CD8879-2420-40B5-91F2-983B55D2A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86200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63DFEF"/>
                </a:solidFill>
                <a:latin typeface="Noto Sans JP"/>
                <a:ea typeface="Noto Sans JP"/>
                <a:cs typeface="Noto Sans JP"/>
              </a:defRPr>
            </a:pPr>
            <a:r>
              <a:rPr sz="1200" b="1">
                <a:solidFill>
                  <a:srgbClr val="63DFEF"/>
                </a:solidFill>
                <a:latin typeface="Noto Sans JP"/>
                <a:ea typeface="Noto Sans JP"/>
                <a:cs typeface="Noto Sans JP"/>
              </a:rPr>
              <a:t>04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D50064F-1E45-4FEE-96E1-515E86593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857625"/>
            <a:ext cx="2667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75" b="1">
                <a:solidFill>
                  <a:srgbClr val="EAF7F8"/>
                </a:solidFill>
                <a:latin typeface="Noto Sans JP"/>
                <a:ea typeface="Noto Sans JP"/>
                <a:cs typeface="Noto Sans JP"/>
              </a:defRPr>
            </a:pPr>
            <a:r>
              <a:rPr sz="1875" b="1">
                <a:solidFill>
                  <a:srgbClr val="EAF7F8"/>
                </a:solidFill>
                <a:latin typeface="Noto Sans JP"/>
                <a:ea typeface="Noto Sans JP"/>
                <a:cs typeface="Noto Sans JP"/>
              </a:rPr>
              <a:t>表示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2AFB19F-07C8-43DF-858B-9B7B79F9A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343400"/>
            <a:ext cx="2667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8FA8AD"/>
                </a:solidFill>
                <a:latin typeface="Noto Sans JP"/>
                <a:ea typeface="Noto Sans JP"/>
                <a:cs typeface="Noto Sans JP"/>
              </a:defRPr>
            </a:pPr>
            <a:r>
              <a:rPr sz="1200" b="0">
                <a:solidFill>
                  <a:srgbClr val="8FA8AD"/>
                </a:solidFill>
                <a:latin typeface="Noto Sans JP"/>
                <a:ea typeface="Noto Sans JP"/>
                <a:cs typeface="Noto Sans JP"/>
              </a:rPr>
              <a:t>YouTube・ライブカメラ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010C16A-9CCF-4BDB-957E-651A40B74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85800" y="5010150"/>
            <a:ext cx="3143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4444C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D340E3F-11AE-43A5-A998-C9AA5D0F8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3886200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63DFEF"/>
                </a:solidFill>
                <a:latin typeface="Noto Sans JP"/>
                <a:ea typeface="Noto Sans JP"/>
                <a:cs typeface="Noto Sans JP"/>
              </a:defRPr>
            </a:pPr>
            <a:r>
              <a:rPr sz="1200" b="1">
                <a:solidFill>
                  <a:srgbClr val="63DFEF"/>
                </a:solidFill>
                <a:latin typeface="Noto Sans JP"/>
                <a:ea typeface="Noto Sans JP"/>
                <a:cs typeface="Noto Sans JP"/>
              </a:rPr>
              <a:t>05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8B7B260-61F9-4DA1-854F-B60776E87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3857625"/>
            <a:ext cx="2667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75" b="1">
                <a:solidFill>
                  <a:srgbClr val="EAF7F8"/>
                </a:solidFill>
                <a:latin typeface="Noto Sans JP"/>
                <a:ea typeface="Noto Sans JP"/>
                <a:cs typeface="Noto Sans JP"/>
              </a:defRPr>
            </a:pPr>
            <a:r>
              <a:rPr sz="1875" b="1">
                <a:solidFill>
                  <a:srgbClr val="EAF7F8"/>
                </a:solidFill>
                <a:latin typeface="Noto Sans JP"/>
                <a:ea typeface="Noto Sans JP"/>
                <a:cs typeface="Noto Sans JP"/>
              </a:rPr>
              <a:t>知識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3F14BAB-D88F-4579-A480-06461F54A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4343400"/>
            <a:ext cx="2667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8FA8AD"/>
                </a:solidFill>
                <a:latin typeface="Noto Sans JP"/>
                <a:ea typeface="Noto Sans JP"/>
                <a:cs typeface="Noto Sans JP"/>
              </a:defRPr>
            </a:pPr>
            <a:r>
              <a:rPr sz="1200" b="0">
                <a:solidFill>
                  <a:srgbClr val="8FA8AD"/>
                </a:solidFill>
                <a:latin typeface="Noto Sans JP"/>
                <a:ea typeface="Noto Sans JP"/>
                <a:cs typeface="Noto Sans JP"/>
              </a:rPr>
              <a:t>AIモデル＋同じ保管庫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7B161D9-9087-42BC-9B5A-C41BACF77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362450" y="5010150"/>
            <a:ext cx="3143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4444C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B20E3C9-2292-4D47-8F57-1B07C9753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3886200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E4BC72"/>
                </a:solidFill>
                <a:latin typeface="Noto Sans JP"/>
                <a:ea typeface="Noto Sans JP"/>
                <a:cs typeface="Noto Sans JP"/>
              </a:defRPr>
            </a:pPr>
            <a:r>
              <a:rPr sz="1200" b="1">
                <a:solidFill>
                  <a:srgbClr val="E4BC72"/>
                </a:solidFill>
                <a:latin typeface="Noto Sans JP"/>
                <a:ea typeface="Noto Sans JP"/>
                <a:cs typeface="Noto Sans JP"/>
              </a:rPr>
              <a:t>06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9295C9F-B65A-4DA5-97DE-6DE9B1F02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3857625"/>
            <a:ext cx="2667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75" b="1">
                <a:solidFill>
                  <a:srgbClr val="EAF7F8"/>
                </a:solidFill>
                <a:latin typeface="Noto Sans JP"/>
                <a:ea typeface="Noto Sans JP"/>
                <a:cs typeface="Noto Sans JP"/>
              </a:defRPr>
            </a:pPr>
            <a:r>
              <a:rPr sz="1875" b="1">
                <a:solidFill>
                  <a:srgbClr val="EAF7F8"/>
                </a:solidFill>
                <a:latin typeface="Noto Sans JP"/>
                <a:ea typeface="Noto Sans JP"/>
                <a:cs typeface="Noto Sans JP"/>
              </a:rPr>
              <a:t>制作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E1951D1-EB4E-4E00-8E24-41353DAFD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4343400"/>
            <a:ext cx="2667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8FA8AD"/>
                </a:solidFill>
                <a:latin typeface="Noto Sans JP"/>
                <a:ea typeface="Noto Sans JP"/>
                <a:cs typeface="Noto Sans JP"/>
              </a:defRPr>
            </a:pPr>
            <a:r>
              <a:rPr sz="1200" b="0">
                <a:solidFill>
                  <a:srgbClr val="8FA8AD"/>
                </a:solidFill>
                <a:latin typeface="Noto Sans JP"/>
                <a:ea typeface="Noto Sans JP"/>
                <a:cs typeface="Noto Sans JP"/>
              </a:rPr>
              <a:t>利用環境・ログインを確認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BBB65F6-E518-4F93-B21F-324A153AB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8039100" y="5010150"/>
            <a:ext cx="3143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4444C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DC8C802-F26F-463B-B861-B7A411FAF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5562600"/>
            <a:ext cx="39814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4BC72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07161C"/>
                </a:solidFill>
                <a:latin typeface="Noto Sans JP"/>
                <a:ea typeface="Noto Sans JP"/>
                <a:cs typeface="Noto Sans JP"/>
              </a:defRPr>
            </a:pPr>
            <a:r>
              <a:rPr sz="1050" b="1">
                <a:solidFill>
                  <a:srgbClr val="07161C"/>
                </a:solidFill>
                <a:latin typeface="Noto Sans JP"/>
                <a:ea typeface="Noto Sans JP"/>
                <a:cs typeface="Noto Sans JP"/>
              </a:rPr>
              <a:t>売上は初期非表示。統合監視・社員公開は追加開発。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687559C-C8E6-4F70-AB24-3361B87DC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27622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750" b="1">
                <a:solidFill>
                  <a:srgbClr val="557279"/>
                </a:solidFill>
                <a:latin typeface="Noto Sans JP"/>
                <a:ea typeface="Noto Sans JP"/>
                <a:cs typeface="Noto Sans JP"/>
              </a:defRPr>
            </a:pPr>
            <a:r>
              <a:rPr sz="750" b="1">
                <a:solidFill>
                  <a:srgbClr val="557279"/>
                </a:solidFill>
                <a:latin typeface="Noto Sans JP"/>
                <a:ea typeface="Noto Sans JP"/>
                <a:cs typeface="Noto Sans JP"/>
              </a:rPr>
              <a:t>AI NORIKO STARTER KIT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42D60B8-D7F5-4F46-ACC4-7FC492A9F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6467475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825" b="1">
                <a:solidFill>
                  <a:srgbClr val="63DFEF"/>
                </a:solidFill>
                <a:latin typeface="Noto Sans JP"/>
                <a:ea typeface="Noto Sans JP"/>
                <a:cs typeface="Noto Sans JP"/>
              </a:defRPr>
            </a:pPr>
            <a:r>
              <a:rPr sz="825" b="1">
                <a:solidFill>
                  <a:srgbClr val="63DFEF"/>
                </a:solidFill>
                <a:latin typeface="Noto Sans JP"/>
                <a:ea typeface="Noto Sans JP"/>
                <a:cs typeface="Noto Sans JP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761892214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7F4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5BBB3B73-1310-4708-A59D-3A2442AD0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3429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138596"/>
                </a:solidFill>
                <a:latin typeface="Noto Sans JP"/>
                <a:ea typeface="Noto Sans JP"/>
                <a:cs typeface="Noto Sans JP"/>
              </a:defRPr>
            </a:pPr>
            <a:r>
              <a:rPr sz="975" b="1">
                <a:solidFill>
                  <a:srgbClr val="138596"/>
                </a:solidFill>
                <a:latin typeface="Noto Sans JP"/>
                <a:ea typeface="Noto Sans JP"/>
                <a:cs typeface="Noto Sans JP"/>
              </a:rPr>
              <a:t>01 / COST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C4885EF-BDE8-4E5E-8FD9-9956DEAF2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62000"/>
            <a:ext cx="10820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150" b="1">
                <a:solidFill>
                  <a:srgbClr val="07161C"/>
                </a:solidFill>
                <a:latin typeface="Noto Sans JP"/>
                <a:ea typeface="Noto Sans JP"/>
                <a:cs typeface="Noto Sans JP"/>
              </a:defRPr>
            </a:pPr>
            <a:r>
              <a:rPr sz="3150" b="1">
                <a:solidFill>
                  <a:srgbClr val="07161C"/>
                </a:solidFill>
                <a:latin typeface="Noto Sans JP"/>
                <a:ea typeface="Noto Sans JP"/>
                <a:cs typeface="Noto Sans JP"/>
              </a:rPr>
              <a:t>基本操作から始め、費用を確認して接続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0F4703D-2E89-4E08-AA68-FA11BC150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495425"/>
            <a:ext cx="10287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425" b="0">
                <a:solidFill>
                  <a:srgbClr val="607579"/>
                </a:solidFill>
                <a:latin typeface="Noto Sans JP"/>
                <a:ea typeface="Noto Sans JP"/>
                <a:cs typeface="Noto Sans JP"/>
              </a:defRPr>
            </a:pPr>
            <a:r>
              <a:rPr sz="1425" b="0">
                <a:solidFill>
                  <a:srgbClr val="607579"/>
                </a:solidFill>
                <a:latin typeface="Noto Sans JP"/>
                <a:ea typeface="Noto Sans JP"/>
                <a:cs typeface="Noto Sans JP"/>
              </a:rPr>
              <a:t>テキストでもAIモデルは必要です。「音声なし＝すべて無料」ではありません。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8D9EB13-4009-4F89-8E6B-8E52FD370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85800" y="1971675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8D4CF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AE364D6-03F3-4010-9257-6302D1644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81250"/>
            <a:ext cx="5095875" cy="2952750"/>
          </a:xfrm>
          <a:prstGeom xmlns:a="http://schemas.openxmlformats.org/drawingml/2006/main" prst="roundRect">
            <a:avLst>
              <a:gd name="adj" fmla="val 322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D4C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118D804-3EF1-4A1A-8619-B8F13D63B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47950"/>
            <a:ext cx="4476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00" b="1">
                <a:solidFill>
                  <a:srgbClr val="138596"/>
                </a:solidFill>
                <a:latin typeface="Noto Sans JP"/>
                <a:ea typeface="Noto Sans JP"/>
                <a:cs typeface="Noto Sans JP"/>
              </a:defRPr>
            </a:pPr>
            <a:r>
              <a:rPr sz="2100" b="1">
                <a:solidFill>
                  <a:srgbClr val="138596"/>
                </a:solidFill>
                <a:latin typeface="Noto Sans JP"/>
                <a:ea typeface="Noto Sans JP"/>
                <a:cs typeface="Noto Sans JP"/>
              </a:rPr>
              <a:t>まず無料で試す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9C22759-D919-4172-8295-1F6EAB253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3528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7161C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5DCE4DE-7FA7-4B3D-BA0A-B490D9DD9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43275"/>
            <a:ext cx="190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63DFEF"/>
                </a:solidFill>
                <a:latin typeface="Noto Sans JP"/>
                <a:ea typeface="Noto Sans JP"/>
                <a:cs typeface="Noto Sans JP"/>
              </a:defRPr>
            </a:pPr>
            <a:r>
              <a:rPr sz="1200" b="1">
                <a:solidFill>
                  <a:srgbClr val="63DFEF"/>
                </a:solidFill>
                <a:latin typeface="Noto Sans JP"/>
                <a:ea typeface="Noto Sans JP"/>
                <a:cs typeface="Noto Sans JP"/>
              </a:rPr>
              <a:t>✓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1FD4266-7920-4558-80E5-9A1244B26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333750"/>
            <a:ext cx="38862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425" b="1">
                <a:solidFill>
                  <a:srgbClr val="07161C"/>
                </a:solidFill>
                <a:latin typeface="Noto Sans JP"/>
                <a:ea typeface="Noto Sans JP"/>
                <a:cs typeface="Noto Sans JP"/>
              </a:defRPr>
            </a:pPr>
            <a:r>
              <a:rPr sz="1425" b="1">
                <a:solidFill>
                  <a:srgbClr val="07161C"/>
                </a:solidFill>
                <a:latin typeface="Noto Sans JP"/>
                <a:ea typeface="Noto Sans JP"/>
                <a:cs typeface="Noto Sans JP"/>
              </a:rPr>
              <a:t>手動タスクとメモ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5F65F44-2DFF-4E15-9FAA-29DA7CBD5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7528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7161C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EEF4586-3178-43F4-8C44-1FA7279D9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743325"/>
            <a:ext cx="190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63DFEF"/>
                </a:solidFill>
                <a:latin typeface="Noto Sans JP"/>
                <a:ea typeface="Noto Sans JP"/>
                <a:cs typeface="Noto Sans JP"/>
              </a:defRPr>
            </a:pPr>
            <a:r>
              <a:rPr sz="1200" b="1">
                <a:solidFill>
                  <a:srgbClr val="63DFEF"/>
                </a:solidFill>
                <a:latin typeface="Noto Sans JP"/>
                <a:ea typeface="Noto Sans JP"/>
                <a:cs typeface="Noto Sans JP"/>
              </a:rPr>
              <a:t>✓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EEB634E-4617-42D1-AB91-7C762CAAD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733800"/>
            <a:ext cx="38862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425" b="1">
                <a:solidFill>
                  <a:srgbClr val="07161C"/>
                </a:solidFill>
                <a:latin typeface="Noto Sans JP"/>
                <a:ea typeface="Noto Sans JP"/>
                <a:cs typeface="Noto Sans JP"/>
              </a:defRPr>
            </a:pPr>
            <a:r>
              <a:rPr sz="1425" b="1">
                <a:solidFill>
                  <a:srgbClr val="07161C"/>
                </a:solidFill>
                <a:latin typeface="Noto Sans JP"/>
                <a:ea typeface="Noto Sans JP"/>
                <a:cs typeface="Noto Sans JP"/>
              </a:rPr>
              <a:t>登録済みライブカメラ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CBC5586-2F2E-4435-84A6-47BB67430C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1529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7161C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692A944-2EA3-4669-871C-B4DA5D7D3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143375"/>
            <a:ext cx="190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63DFEF"/>
                </a:solidFill>
                <a:latin typeface="Noto Sans JP"/>
                <a:ea typeface="Noto Sans JP"/>
                <a:cs typeface="Noto Sans JP"/>
              </a:defRPr>
            </a:pPr>
            <a:r>
              <a:rPr sz="1200" b="1">
                <a:solidFill>
                  <a:srgbClr val="63DFEF"/>
                </a:solidFill>
                <a:latin typeface="Noto Sans JP"/>
                <a:ea typeface="Noto Sans JP"/>
                <a:cs typeface="Noto Sans JP"/>
              </a:rPr>
              <a:t>✓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7341234-1EEB-4838-91E7-1EA5CD8AF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133850"/>
            <a:ext cx="38862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425" b="1">
                <a:solidFill>
                  <a:srgbClr val="07161C"/>
                </a:solidFill>
                <a:latin typeface="Noto Sans JP"/>
                <a:ea typeface="Noto Sans JP"/>
                <a:cs typeface="Noto Sans JP"/>
              </a:defRPr>
            </a:pPr>
            <a:r>
              <a:rPr sz="1425" b="1">
                <a:solidFill>
                  <a:srgbClr val="07161C"/>
                </a:solidFill>
                <a:latin typeface="Noto Sans JP"/>
                <a:ea typeface="Noto Sans JP"/>
                <a:cs typeface="Noto Sans JP"/>
              </a:rPr>
              <a:t>端末の標準音声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730BC4D-0684-44F2-98EA-5667312F5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5529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7161C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6A4EA12-6ED3-44DB-9176-9000C12A7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543425"/>
            <a:ext cx="190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63DFEF"/>
                </a:solidFill>
                <a:latin typeface="Noto Sans JP"/>
                <a:ea typeface="Noto Sans JP"/>
                <a:cs typeface="Noto Sans JP"/>
              </a:defRPr>
            </a:pPr>
            <a:r>
              <a:rPr sz="1200" b="1">
                <a:solidFill>
                  <a:srgbClr val="63DFEF"/>
                </a:solidFill>
                <a:latin typeface="Noto Sans JP"/>
                <a:ea typeface="Noto Sans JP"/>
                <a:cs typeface="Noto Sans JP"/>
              </a:rPr>
              <a:t>✓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91FA468-C2B4-46BF-9943-42810CCDD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533900"/>
            <a:ext cx="38862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425" b="1">
                <a:solidFill>
                  <a:srgbClr val="07161C"/>
                </a:solidFill>
                <a:latin typeface="Noto Sans JP"/>
                <a:ea typeface="Noto Sans JP"/>
                <a:cs typeface="Noto Sans JP"/>
              </a:defRPr>
            </a:pPr>
            <a:r>
              <a:rPr sz="1425" b="1">
                <a:solidFill>
                  <a:srgbClr val="07161C"/>
                </a:solidFill>
                <a:latin typeface="Noto Sans JP"/>
                <a:ea typeface="Noto Sans JP"/>
                <a:cs typeface="Noto Sans JP"/>
              </a:rPr>
              <a:t>基本画面・ローカル設定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EE9F305-7ACF-46EC-8C00-6170A7A0D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9530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7161C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7CB2CC6-E0A1-4BED-AC8D-723E97BD2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943475"/>
            <a:ext cx="190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63DFEF"/>
                </a:solidFill>
                <a:latin typeface="Noto Sans JP"/>
                <a:ea typeface="Noto Sans JP"/>
                <a:cs typeface="Noto Sans JP"/>
              </a:defRPr>
            </a:pPr>
            <a:r>
              <a:rPr sz="1200" b="1">
                <a:solidFill>
                  <a:srgbClr val="63DFEF"/>
                </a:solidFill>
                <a:latin typeface="Noto Sans JP"/>
                <a:ea typeface="Noto Sans JP"/>
                <a:cs typeface="Noto Sans JP"/>
              </a:rPr>
              <a:t>✓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EF0168A-6EA1-4705-B6F4-3F4498793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933950"/>
            <a:ext cx="38862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425" b="1">
                <a:solidFill>
                  <a:srgbClr val="07161C"/>
                </a:solidFill>
                <a:latin typeface="Noto Sans JP"/>
                <a:ea typeface="Noto Sans JP"/>
                <a:cs typeface="Noto Sans JP"/>
              </a:defRPr>
            </a:pPr>
            <a:r>
              <a:rPr sz="1425" b="1">
                <a:solidFill>
                  <a:srgbClr val="07161C"/>
                </a:solidFill>
                <a:latin typeface="Noto Sans JP"/>
                <a:ea typeface="Noto Sans JP"/>
                <a:cs typeface="Noto Sans JP"/>
              </a:rPr>
              <a:t>売上は使う人だけ表示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472B04D-7522-4541-9DD0-C57585A72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2381250"/>
            <a:ext cx="5095875" cy="2952750"/>
          </a:xfrm>
          <a:prstGeom xmlns:a="http://schemas.openxmlformats.org/drawingml/2006/main" prst="roundRect">
            <a:avLst>
              <a:gd name="adj" fmla="val 3226"/>
            </a:avLst>
          </a:prstGeom>
          <a:solidFill xmlns:a="http://schemas.openxmlformats.org/drawingml/2006/main">
            <a:srgbClr val="FFF6E6"/>
          </a:solidFill>
          <a:ln xmlns:a="http://schemas.openxmlformats.org/drawingml/2006/main" w="9525">
            <a:solidFill>
              <a:srgbClr val="E6C98E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33C3C06-11E9-41A5-964F-FAAEC0C84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2647950"/>
            <a:ext cx="4476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00" b="1">
                <a:solidFill>
                  <a:srgbClr val="A36A13"/>
                </a:solidFill>
                <a:latin typeface="Noto Sans JP"/>
                <a:ea typeface="Noto Sans JP"/>
                <a:cs typeface="Noto Sans JP"/>
              </a:defRPr>
            </a:pPr>
            <a:r>
              <a:rPr sz="2100" b="1">
                <a:solidFill>
                  <a:srgbClr val="A36A13"/>
                </a:solidFill>
                <a:latin typeface="Noto Sans JP"/>
                <a:ea typeface="Noto Sans JP"/>
                <a:cs typeface="Noto Sans JP"/>
              </a:rPr>
              <a:t>必要な人だけ接続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88A8B9B-49D5-4431-B784-9273F2909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53225" y="33528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7161C"/>
          </a:solidFill>
          <a:ln xmlns:a="http://schemas.openxmlformats.org/drawingml/2006/main" w="0">
            <a:noFill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11FC842-FC31-4986-9C6E-EC1F8BCBA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1325" y="3343275"/>
            <a:ext cx="190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63DFEF"/>
                </a:solidFill>
                <a:latin typeface="Noto Sans JP"/>
                <a:ea typeface="Noto Sans JP"/>
                <a:cs typeface="Noto Sans JP"/>
              </a:defRPr>
            </a:pPr>
            <a:r>
              <a:rPr sz="1200" b="1">
                <a:solidFill>
                  <a:srgbClr val="63DFEF"/>
                </a:solidFill>
                <a:latin typeface="Noto Sans JP"/>
                <a:ea typeface="Noto Sans JP"/>
                <a:cs typeface="Noto Sans JP"/>
              </a:rPr>
              <a:t>✓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E2AA181-97A9-423E-81BE-5DCE0DB72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3275" y="3333750"/>
            <a:ext cx="38862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425" b="1">
                <a:solidFill>
                  <a:srgbClr val="07161C"/>
                </a:solidFill>
                <a:latin typeface="Noto Sans JP"/>
                <a:ea typeface="Noto Sans JP"/>
                <a:cs typeface="Noto Sans JP"/>
              </a:defRPr>
            </a:pPr>
            <a:r>
              <a:rPr sz="1425" b="1">
                <a:solidFill>
                  <a:srgbClr val="07161C"/>
                </a:solidFill>
                <a:latin typeface="Noto Sans JP"/>
                <a:ea typeface="Noto Sans JP"/>
                <a:cs typeface="Noto Sans JP"/>
              </a:rPr>
              <a:t>Google Calendar / Tasks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0836EF9-D61B-4597-B1AD-129C02121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53225" y="37528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7161C"/>
          </a:solidFill>
          <a:ln xmlns:a="http://schemas.openxmlformats.org/drawingml/2006/main" w="0">
            <a:noFill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397E3E5-B2D9-405A-8718-38A67FCDA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1325" y="3743325"/>
            <a:ext cx="190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63DFEF"/>
                </a:solidFill>
                <a:latin typeface="Noto Sans JP"/>
                <a:ea typeface="Noto Sans JP"/>
                <a:cs typeface="Noto Sans JP"/>
              </a:defRPr>
            </a:pPr>
            <a:r>
              <a:rPr sz="1200" b="1">
                <a:solidFill>
                  <a:srgbClr val="63DFEF"/>
                </a:solidFill>
                <a:latin typeface="Noto Sans JP"/>
                <a:ea typeface="Noto Sans JP"/>
                <a:cs typeface="Noto Sans JP"/>
              </a:rPr>
              <a:t>✓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2ABED25-28AF-46E4-B2C0-8F7B5B1C8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3275" y="3733800"/>
            <a:ext cx="38862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425" b="1">
                <a:solidFill>
                  <a:srgbClr val="07161C"/>
                </a:solidFill>
                <a:latin typeface="Noto Sans JP"/>
                <a:ea typeface="Noto Sans JP"/>
                <a:cs typeface="Noto Sans JP"/>
              </a:defRPr>
            </a:pPr>
            <a:r>
              <a:rPr sz="1425" b="1">
                <a:solidFill>
                  <a:srgbClr val="07161C"/>
                </a:solidFill>
                <a:latin typeface="Noto Sans JP"/>
                <a:ea typeface="Noto Sans JP"/>
                <a:cs typeface="Noto Sans JP"/>
              </a:rPr>
              <a:t>Fish Audioの自分の声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2B6A41E-C4EB-4DED-B4F0-7DE7E7830C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53225" y="41529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7161C"/>
          </a:solidFill>
          <a:ln xmlns:a="http://schemas.openxmlformats.org/drawingml/2006/main" w="0">
            <a:noFill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5DD0967-344D-4C53-86E1-17AD7AEEC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1325" y="4143375"/>
            <a:ext cx="190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63DFEF"/>
                </a:solidFill>
                <a:latin typeface="Noto Sans JP"/>
                <a:ea typeface="Noto Sans JP"/>
                <a:cs typeface="Noto Sans JP"/>
              </a:defRPr>
            </a:pPr>
            <a:r>
              <a:rPr sz="1200" b="1">
                <a:solidFill>
                  <a:srgbClr val="63DFEF"/>
                </a:solidFill>
                <a:latin typeface="Noto Sans JP"/>
                <a:ea typeface="Noto Sans JP"/>
                <a:cs typeface="Noto Sans JP"/>
              </a:rPr>
              <a:t>✓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C964768-183B-4FBE-8CB6-4EC52F7B8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3275" y="4133850"/>
            <a:ext cx="38862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425" b="1">
                <a:solidFill>
                  <a:srgbClr val="07161C"/>
                </a:solidFill>
                <a:latin typeface="Noto Sans JP"/>
                <a:ea typeface="Noto Sans JP"/>
                <a:cs typeface="Noto Sans JP"/>
              </a:defRPr>
            </a:pPr>
            <a:r>
              <a:rPr sz="1425" b="1">
                <a:solidFill>
                  <a:srgbClr val="07161C"/>
                </a:solidFill>
                <a:latin typeface="Noto Sans JP"/>
                <a:ea typeface="Noto Sans JP"/>
                <a:cs typeface="Noto Sans JP"/>
              </a:rPr>
              <a:t>YouTube Data API検索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33120A5-0BB0-4BA6-A848-877EB41F5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53225" y="45529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7161C"/>
          </a:solidFill>
          <a:ln xmlns:a="http://schemas.openxmlformats.org/drawingml/2006/main" w="0">
            <a:noFill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936C514-ED2B-4367-A7EE-F4F315E3A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1325" y="4543425"/>
            <a:ext cx="190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63DFEF"/>
                </a:solidFill>
                <a:latin typeface="Noto Sans JP"/>
                <a:ea typeface="Noto Sans JP"/>
                <a:cs typeface="Noto Sans JP"/>
              </a:defRPr>
            </a:pPr>
            <a:r>
              <a:rPr sz="1200" b="1">
                <a:solidFill>
                  <a:srgbClr val="63DFEF"/>
                </a:solidFill>
                <a:latin typeface="Noto Sans JP"/>
                <a:ea typeface="Noto Sans JP"/>
                <a:cs typeface="Noto Sans JP"/>
              </a:rPr>
              <a:t>✓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43CA41EB-4E9A-4B37-80D5-CB264A421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3275" y="4533900"/>
            <a:ext cx="38862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425" b="1">
                <a:solidFill>
                  <a:srgbClr val="07161C"/>
                </a:solidFill>
                <a:latin typeface="Noto Sans JP"/>
                <a:ea typeface="Noto Sans JP"/>
                <a:cs typeface="Noto Sans JP"/>
              </a:defRPr>
            </a:pPr>
            <a:r>
              <a:rPr sz="1425" b="1">
                <a:solidFill>
                  <a:srgbClr val="07161C"/>
                </a:solidFill>
                <a:latin typeface="Noto Sans JP"/>
                <a:ea typeface="Noto Sans JP"/>
                <a:cs typeface="Noto Sans JP"/>
              </a:rPr>
              <a:t>Ollama・Whisperは端末準備が必要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E000ADAE-5BCC-4424-95A8-66D2B167E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53225" y="49530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7161C"/>
          </a:solidFill>
          <a:ln xmlns:a="http://schemas.openxmlformats.org/drawingml/2006/main" w="0">
            <a:noFill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B55FA922-8360-4B9A-A764-4C366CC67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1325" y="4943475"/>
            <a:ext cx="190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63DFEF"/>
                </a:solidFill>
                <a:latin typeface="Noto Sans JP"/>
                <a:ea typeface="Noto Sans JP"/>
                <a:cs typeface="Noto Sans JP"/>
              </a:defRPr>
            </a:pPr>
            <a:r>
              <a:rPr sz="1200" b="1">
                <a:solidFill>
                  <a:srgbClr val="63DFEF"/>
                </a:solidFill>
                <a:latin typeface="Noto Sans JP"/>
                <a:ea typeface="Noto Sans JP"/>
                <a:cs typeface="Noto Sans JP"/>
              </a:rPr>
              <a:t>✓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827458C9-D110-4045-8A8F-85C56A65A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3275" y="4933950"/>
            <a:ext cx="38862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425" b="1">
                <a:solidFill>
                  <a:srgbClr val="07161C"/>
                </a:solidFill>
                <a:latin typeface="Noto Sans JP"/>
                <a:ea typeface="Noto Sans JP"/>
                <a:cs typeface="Noto Sans JP"/>
              </a:defRPr>
            </a:pPr>
            <a:r>
              <a:rPr sz="1425" b="1">
                <a:solidFill>
                  <a:srgbClr val="07161C"/>
                </a:solidFill>
                <a:latin typeface="Noto Sans JP"/>
                <a:ea typeface="Noto Sans JP"/>
                <a:cs typeface="Noto Sans JP"/>
              </a:rPr>
              <a:t>Codex / Claude Codeの利用環境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6ABCFE87-8648-4DE3-9F26-B4A21C67A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6825" y="5800725"/>
            <a:ext cx="9658350" cy="381000"/>
          </a:xfrm>
          <a:prstGeom xmlns:a="http://schemas.openxmlformats.org/drawingml/2006/main" prst="roundRect">
            <a:avLst>
              <a:gd name="adj" fmla="val 17500"/>
            </a:avLst>
          </a:prstGeom>
          <a:solidFill xmlns:a="http://schemas.openxmlformats.org/drawingml/2006/main">
            <a:srgbClr val="07161C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E4BC72"/>
                </a:solidFill>
                <a:latin typeface="Noto Sans JP"/>
                <a:ea typeface="Noto Sans JP"/>
                <a:cs typeface="Noto Sans JP"/>
              </a:defRPr>
            </a:pPr>
            <a:r>
              <a:rPr sz="1350" b="1">
                <a:solidFill>
                  <a:srgbClr val="E4BC72"/>
                </a:solidFill>
                <a:latin typeface="Noto Sans JP"/>
                <a:ea typeface="Noto Sans JP"/>
                <a:cs typeface="Noto Sans JP"/>
              </a:rPr>
              <a:t>API料金・月額契約・利用上限は別々に確認。外部送信先も確認する。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9ED0AB8C-A019-4E9F-AF63-85ECD9AAE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27622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750" b="1">
                <a:solidFill>
                  <a:srgbClr val="7C908E"/>
                </a:solidFill>
                <a:latin typeface="Noto Sans JP"/>
                <a:ea typeface="Noto Sans JP"/>
                <a:cs typeface="Noto Sans JP"/>
              </a:defRPr>
            </a:pPr>
            <a:r>
              <a:rPr sz="750" b="1">
                <a:solidFill>
                  <a:srgbClr val="7C908E"/>
                </a:solidFill>
                <a:latin typeface="Noto Sans JP"/>
                <a:ea typeface="Noto Sans JP"/>
                <a:cs typeface="Noto Sans JP"/>
              </a:rPr>
              <a:t>AI NORIKO STARTER KIT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101CC3EE-A99A-47C3-BCD0-01163C606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6467475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825" b="1">
                <a:solidFill>
                  <a:srgbClr val="138596"/>
                </a:solidFill>
                <a:latin typeface="Noto Sans JP"/>
                <a:ea typeface="Noto Sans JP"/>
                <a:cs typeface="Noto Sans JP"/>
              </a:defRPr>
            </a:pPr>
            <a:r>
              <a:rPr sz="825" b="1">
                <a:solidFill>
                  <a:srgbClr val="138596"/>
                </a:solidFill>
                <a:latin typeface="Noto Sans JP"/>
                <a:ea typeface="Noto Sans JP"/>
                <a:cs typeface="Noto Sans JP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754276440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07161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698370C-908A-4FD1-872B-43E744835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3429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63DFEF"/>
                </a:solidFill>
                <a:latin typeface="Noto Sans JP"/>
                <a:ea typeface="Noto Sans JP"/>
                <a:cs typeface="Noto Sans JP"/>
              </a:defRPr>
            </a:pPr>
            <a:r>
              <a:rPr sz="975" b="1">
                <a:solidFill>
                  <a:srgbClr val="63DFEF"/>
                </a:solidFill>
                <a:latin typeface="Noto Sans JP"/>
                <a:ea typeface="Noto Sans JP"/>
                <a:cs typeface="Noto Sans JP"/>
              </a:rPr>
              <a:t>02 / BEFORE START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D49D302-F9E5-4551-B1A1-B9E6C408B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62000"/>
            <a:ext cx="10820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150" b="1">
                <a:solidFill>
                  <a:srgbClr val="EAF7F8"/>
                </a:solidFill>
                <a:latin typeface="Noto Sans JP"/>
                <a:ea typeface="Noto Sans JP"/>
                <a:cs typeface="Noto Sans JP"/>
              </a:defRPr>
            </a:pPr>
            <a:r>
              <a:rPr sz="3150" b="1">
                <a:solidFill>
                  <a:srgbClr val="EAF7F8"/>
                </a:solidFill>
                <a:latin typeface="Noto Sans JP"/>
                <a:ea typeface="Noto Sans JP"/>
                <a:cs typeface="Noto Sans JP"/>
              </a:rPr>
              <a:t>始める前の4点チェック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758FBF8-B313-4679-97BE-989B9151D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495425"/>
            <a:ext cx="10287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425" b="0">
                <a:solidFill>
                  <a:srgbClr val="8FA8AD"/>
                </a:solidFill>
                <a:latin typeface="Noto Sans JP"/>
                <a:ea typeface="Noto Sans JP"/>
                <a:cs typeface="Noto Sans JP"/>
              </a:defRPr>
            </a:pPr>
            <a:r>
              <a:rPr sz="1425" b="0">
                <a:solidFill>
                  <a:srgbClr val="8FA8AD"/>
                </a:solidFill>
                <a:latin typeface="Noto Sans JP"/>
                <a:ea typeface="Noto Sans JP"/>
                <a:cs typeface="Noto Sans JP"/>
              </a:rPr>
              <a:t>事前に確認しておくと、当日の操作が進めやすくなります。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E99EC22-4081-4E11-80F0-768E14028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85800" y="1971675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34149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9B183EB-713A-40F5-A2E4-5AF5F5A05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81250"/>
            <a:ext cx="4953000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0A2027"/>
          </a:solidFill>
          <a:ln xmlns:a="http://schemas.openxmlformats.org/drawingml/2006/main" w="9525">
            <a:solidFill>
              <a:srgbClr val="234A54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E0FDED3-FE7D-404F-A612-045D51C13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571750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63DFEF"/>
                </a:solidFill>
                <a:latin typeface="Noto Sans JP"/>
                <a:ea typeface="Noto Sans JP"/>
                <a:cs typeface="Noto Sans JP"/>
              </a:defRPr>
            </a:pPr>
            <a:r>
              <a:rPr sz="1200" b="1">
                <a:solidFill>
                  <a:srgbClr val="63DFEF"/>
                </a:solidFill>
                <a:latin typeface="Noto Sans JP"/>
                <a:ea typeface="Noto Sans JP"/>
                <a:cs typeface="Noto Sans JP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32C0350-F571-40AE-A852-089416339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2552700"/>
            <a:ext cx="3714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EAF7F8"/>
                </a:solidFill>
                <a:latin typeface="Noto Sans JP"/>
                <a:ea typeface="Noto Sans JP"/>
                <a:cs typeface="Noto Sans JP"/>
              </a:defRPr>
            </a:pPr>
            <a:r>
              <a:rPr sz="1800" b="1">
                <a:solidFill>
                  <a:srgbClr val="EAF7F8"/>
                </a:solidFill>
                <a:latin typeface="Noto Sans JP"/>
                <a:ea typeface="Noto Sans JP"/>
                <a:cs typeface="Noto Sans JP"/>
              </a:rPr>
              <a:t>パソコン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2704334-1574-4AE1-9FE9-5FEAC41DA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2962275"/>
            <a:ext cx="3714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8FA8AD"/>
                </a:solidFill>
                <a:latin typeface="Noto Sans JP"/>
                <a:ea typeface="Noto Sans JP"/>
                <a:cs typeface="Noto Sans JP"/>
              </a:defRPr>
            </a:pPr>
            <a:r>
              <a:rPr sz="1200" b="0">
                <a:solidFill>
                  <a:srgbClr val="8FA8AD"/>
                </a:solidFill>
                <a:latin typeface="Noto Sans JP"/>
                <a:ea typeface="Noto Sans JP"/>
                <a:cs typeface="Noto Sans JP"/>
              </a:rPr>
              <a:t>MacまたはWindows。会社管理PCは制限を確認。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B3C96A6-FE1C-4677-937A-7279A51F9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381250"/>
            <a:ext cx="4953000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0A2027"/>
          </a:solidFill>
          <a:ln xmlns:a="http://schemas.openxmlformats.org/drawingml/2006/main" w="9525">
            <a:solidFill>
              <a:srgbClr val="234A54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30F10F4-3546-4ED8-B954-1960CC20E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571750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63DFEF"/>
                </a:solidFill>
                <a:latin typeface="Noto Sans JP"/>
                <a:ea typeface="Noto Sans JP"/>
                <a:cs typeface="Noto Sans JP"/>
              </a:defRPr>
            </a:pPr>
            <a:r>
              <a:rPr sz="1200" b="1">
                <a:solidFill>
                  <a:srgbClr val="63DFEF"/>
                </a:solidFill>
                <a:latin typeface="Noto Sans JP"/>
                <a:ea typeface="Noto Sans JP"/>
                <a:cs typeface="Noto Sans JP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066418B-0F70-4962-8856-D36B00264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2552700"/>
            <a:ext cx="3714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EAF7F8"/>
                </a:solidFill>
                <a:latin typeface="Noto Sans JP"/>
                <a:ea typeface="Noto Sans JP"/>
                <a:cs typeface="Noto Sans JP"/>
              </a:defRPr>
            </a:pPr>
            <a:r>
              <a:rPr sz="1800" b="1">
                <a:solidFill>
                  <a:srgbClr val="EAF7F8"/>
                </a:solidFill>
                <a:latin typeface="Noto Sans JP"/>
                <a:ea typeface="Noto Sans JP"/>
                <a:cs typeface="Noto Sans JP"/>
              </a:rPr>
              <a:t>Codexの入口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45CAAAE-CC83-48FF-AC07-29E7CCD6A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2962275"/>
            <a:ext cx="3714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8FA8AD"/>
                </a:solidFill>
                <a:latin typeface="Noto Sans JP"/>
                <a:ea typeface="Noto Sans JP"/>
                <a:cs typeface="Noto Sans JP"/>
              </a:defRPr>
            </a:pPr>
            <a:r>
              <a:rPr sz="1200" b="0">
                <a:solidFill>
                  <a:srgbClr val="8FA8AD"/>
                </a:solidFill>
                <a:latin typeface="Noto Sans JP"/>
                <a:ea typeface="Noto Sans JP"/>
                <a:cs typeface="Noto Sans JP"/>
              </a:rPr>
              <a:t>公式アプリでログインし、Codexを選択。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17569D5-C905-430C-A042-640EEB13F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0"/>
            <a:ext cx="4953000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0A2027"/>
          </a:solidFill>
          <a:ln xmlns:a="http://schemas.openxmlformats.org/drawingml/2006/main" w="9525">
            <a:solidFill>
              <a:srgbClr val="234A54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F3EBB08-76C0-4F21-AC07-8D7C8EB0A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000500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63DFEF"/>
                </a:solidFill>
                <a:latin typeface="Noto Sans JP"/>
                <a:ea typeface="Noto Sans JP"/>
                <a:cs typeface="Noto Sans JP"/>
              </a:defRPr>
            </a:pPr>
            <a:r>
              <a:rPr sz="1200" b="1">
                <a:solidFill>
                  <a:srgbClr val="63DFEF"/>
                </a:solidFill>
                <a:latin typeface="Noto Sans JP"/>
                <a:ea typeface="Noto Sans JP"/>
                <a:cs typeface="Noto Sans JP"/>
              </a:rP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6BE5320-3C21-4C96-AEF6-0A779A8ED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3981450"/>
            <a:ext cx="3714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EAF7F8"/>
                </a:solidFill>
                <a:latin typeface="Noto Sans JP"/>
                <a:ea typeface="Noto Sans JP"/>
                <a:cs typeface="Noto Sans JP"/>
              </a:defRPr>
            </a:pPr>
            <a:r>
              <a:rPr sz="1800" b="1">
                <a:solidFill>
                  <a:srgbClr val="EAF7F8"/>
                </a:solidFill>
                <a:latin typeface="Noto Sans JP"/>
                <a:ea typeface="Noto Sans JP"/>
                <a:cs typeface="Noto Sans JP"/>
              </a:rPr>
              <a:t>Node.js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2302251-9641-496C-A064-0DDA36F9D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4391025"/>
            <a:ext cx="3714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8FA8AD"/>
                </a:solidFill>
                <a:latin typeface="Noto Sans JP"/>
                <a:ea typeface="Noto Sans JP"/>
                <a:cs typeface="Noto Sans JP"/>
              </a:defRPr>
            </a:pPr>
            <a:r>
              <a:rPr sz="1200" b="0">
                <a:solidFill>
                  <a:srgbClr val="8FA8AD"/>
                </a:solidFill>
                <a:latin typeface="Noto Sans JP"/>
                <a:ea typeface="Noto Sans JP"/>
                <a:cs typeface="Noto Sans JP"/>
              </a:rPr>
              <a:t>Node 22.12以上。検証環境は24.14。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06BA49D-F60F-46B8-B1FE-8436074CC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810000"/>
            <a:ext cx="4953000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0A2027"/>
          </a:solidFill>
          <a:ln xmlns:a="http://schemas.openxmlformats.org/drawingml/2006/main" w="9525">
            <a:solidFill>
              <a:srgbClr val="234A54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1F9FFF2-972D-4F07-9C86-1F98C6BB5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4000500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63DFEF"/>
                </a:solidFill>
                <a:latin typeface="Noto Sans JP"/>
                <a:ea typeface="Noto Sans JP"/>
                <a:cs typeface="Noto Sans JP"/>
              </a:defRPr>
            </a:pPr>
            <a:r>
              <a:rPr sz="1200" b="1">
                <a:solidFill>
                  <a:srgbClr val="63DFEF"/>
                </a:solidFill>
                <a:latin typeface="Noto Sans JP"/>
                <a:ea typeface="Noto Sans JP"/>
                <a:cs typeface="Noto Sans JP"/>
              </a:rPr>
              <a:t>04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160C321-949A-486A-9077-E4E7A2061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3981450"/>
            <a:ext cx="3714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EAF7F8"/>
                </a:solidFill>
                <a:latin typeface="Noto Sans JP"/>
                <a:ea typeface="Noto Sans JP"/>
                <a:cs typeface="Noto Sans JP"/>
              </a:defRPr>
            </a:pPr>
            <a:r>
              <a:rPr sz="1800" b="1">
                <a:solidFill>
                  <a:srgbClr val="EAF7F8"/>
                </a:solidFill>
                <a:latin typeface="Noto Sans JP"/>
                <a:ea typeface="Noto Sans JP"/>
                <a:cs typeface="Noto Sans JP"/>
              </a:rPr>
              <a:t>保存場所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AC0946F-15BE-4512-AF8B-55DB7C205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4391025"/>
            <a:ext cx="3714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8FA8AD"/>
                </a:solidFill>
                <a:latin typeface="Noto Sans JP"/>
                <a:ea typeface="Noto Sans JP"/>
                <a:cs typeface="Noto Sans JP"/>
              </a:defRPr>
            </a:pPr>
            <a:r>
              <a:rPr sz="1200" b="0">
                <a:solidFill>
                  <a:srgbClr val="8FA8AD"/>
                </a:solidFill>
                <a:latin typeface="Noto Sans JP"/>
                <a:ea typeface="Noto Sans JP"/>
                <a:cs typeface="Noto Sans JP"/>
              </a:rPr>
              <a:t>ZIPを展開できるデスクトップ等の場所。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40A0A59-3633-431A-9951-909F0FC23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524500"/>
            <a:ext cx="9144000" cy="409575"/>
          </a:xfrm>
          <a:prstGeom xmlns:a="http://schemas.openxmlformats.org/drawingml/2006/main" prst="roundRect">
            <a:avLst>
              <a:gd name="adj" fmla="val 18605"/>
            </a:avLst>
          </a:prstGeom>
          <a:solidFill xmlns:a="http://schemas.openxmlformats.org/drawingml/2006/main">
            <a:srgbClr val="2D2415"/>
          </a:solidFill>
          <a:ln xmlns:a="http://schemas.openxmlformats.org/drawingml/2006/main" w="9525">
            <a:solidFill>
              <a:srgbClr val="7B6338"/>
            </a:solidFill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E4BC72"/>
                </a:solidFill>
                <a:latin typeface="Noto Sans JP"/>
                <a:ea typeface="Noto Sans JP"/>
                <a:cs typeface="Noto Sans JP"/>
              </a:defRPr>
            </a:pPr>
            <a:r>
              <a:rPr sz="1500" b="1">
                <a:solidFill>
                  <a:srgbClr val="E4BC72"/>
                </a:solidFill>
                <a:latin typeface="Noto Sans JP"/>
                <a:ea typeface="Noto Sans JP"/>
                <a:cs typeface="Noto Sans JP"/>
              </a:rPr>
              <a:t>キー入力・認証画面では共有を止める。秘密は講義チャットへ貼らない。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89B47A1-D6DC-41E5-938D-B518CE6FB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27622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750" b="1">
                <a:solidFill>
                  <a:srgbClr val="557279"/>
                </a:solidFill>
                <a:latin typeface="Noto Sans JP"/>
                <a:ea typeface="Noto Sans JP"/>
                <a:cs typeface="Noto Sans JP"/>
              </a:defRPr>
            </a:pPr>
            <a:r>
              <a:rPr sz="750" b="1">
                <a:solidFill>
                  <a:srgbClr val="557279"/>
                </a:solidFill>
                <a:latin typeface="Noto Sans JP"/>
                <a:ea typeface="Noto Sans JP"/>
                <a:cs typeface="Noto Sans JP"/>
              </a:rPr>
              <a:t>AI NORIKO STARTER KIT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9F506A1-6036-478F-BDEE-FC8F2D5C6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6467475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825" b="1">
                <a:solidFill>
                  <a:srgbClr val="63DFEF"/>
                </a:solidFill>
                <a:latin typeface="Noto Sans JP"/>
                <a:ea typeface="Noto Sans JP"/>
                <a:cs typeface="Noto Sans JP"/>
              </a:defRPr>
            </a:pPr>
            <a:r>
              <a:rPr sz="825" b="1">
                <a:solidFill>
                  <a:srgbClr val="63DFEF"/>
                </a:solidFill>
                <a:latin typeface="Noto Sans JP"/>
                <a:ea typeface="Noto Sans JP"/>
                <a:cs typeface="Noto Sans JP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998889980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7F4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E60EF88-5821-4564-B764-0627B57BF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3429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138596"/>
                </a:solidFill>
                <a:latin typeface="Noto Sans JP"/>
                <a:ea typeface="Noto Sans JP"/>
                <a:cs typeface="Noto Sans JP"/>
              </a:defRPr>
            </a:pPr>
            <a:r>
              <a:rPr sz="975" b="1">
                <a:solidFill>
                  <a:srgbClr val="138596"/>
                </a:solidFill>
                <a:latin typeface="Noto Sans JP"/>
                <a:ea typeface="Noto Sans JP"/>
                <a:cs typeface="Noto Sans JP"/>
              </a:rPr>
              <a:t>02 / KIT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D942743-18DD-4854-8C22-B5C5604B6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62000"/>
            <a:ext cx="10820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150" b="1">
                <a:solidFill>
                  <a:srgbClr val="07161C"/>
                </a:solidFill>
                <a:latin typeface="Noto Sans JP"/>
                <a:ea typeface="Noto Sans JP"/>
                <a:cs typeface="Noto Sans JP"/>
              </a:defRPr>
            </a:pPr>
            <a:r>
              <a:rPr sz="3150" b="1">
                <a:solidFill>
                  <a:srgbClr val="07161C"/>
                </a:solidFill>
                <a:latin typeface="Noto Sans JP"/>
                <a:ea typeface="Noto Sans JP"/>
                <a:cs typeface="Noto Sans JP"/>
              </a:rPr>
              <a:t>スターターキットの中身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E6D2498-2591-4CEF-BEDE-B759A3D60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495425"/>
            <a:ext cx="10287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425" b="0">
                <a:solidFill>
                  <a:srgbClr val="607579"/>
                </a:solidFill>
                <a:latin typeface="Noto Sans JP"/>
                <a:ea typeface="Noto Sans JP"/>
                <a:cs typeface="Noto Sans JP"/>
              </a:defRPr>
            </a:pPr>
            <a:r>
              <a:rPr sz="1425" b="0">
                <a:solidFill>
                  <a:srgbClr val="607579"/>
                </a:solidFill>
                <a:latin typeface="Noto Sans JP"/>
                <a:ea typeface="Noto Sans JP"/>
                <a:cs typeface="Noto Sans JP"/>
              </a:rPr>
              <a:t>START_HERE.mdから開始。起動ファイルは自分のOSの方だけ使います。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4C0E65A-96C1-46EE-9CA0-8E0ED0C5D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85800" y="1971675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8D4CF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F9BFBA1-EF1C-43EE-A641-A4AB07C00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333625"/>
            <a:ext cx="9791700" cy="495300"/>
          </a:xfrm>
          <a:prstGeom xmlns:a="http://schemas.openxmlformats.org/drawingml/2006/main" prst="roundRect">
            <a:avLst>
              <a:gd name="adj" fmla="val 9615"/>
            </a:avLst>
          </a:prstGeom>
          <a:solidFill xmlns:a="http://schemas.openxmlformats.org/drawingml/2006/main">
            <a:srgbClr val="FFF1C9"/>
          </a:solidFill>
          <a:ln xmlns:a="http://schemas.openxmlformats.org/drawingml/2006/main" w="9525">
            <a:solidFill>
              <a:srgbClr val="DDB65E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8786E6D-3961-498E-B3EE-AFBED575A5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2438400"/>
            <a:ext cx="704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8A5C08"/>
                </a:solidFill>
                <a:latin typeface="Noto Sans JP"/>
                <a:ea typeface="Noto Sans JP"/>
                <a:cs typeface="Noto Sans JP"/>
              </a:defRPr>
            </a:pPr>
            <a:r>
              <a:rPr sz="1050" b="1">
                <a:solidFill>
                  <a:srgbClr val="8A5C08"/>
                </a:solidFill>
                <a:latin typeface="Noto Sans JP"/>
                <a:ea typeface="Noto Sans JP"/>
                <a:cs typeface="Noto Sans JP"/>
              </a:rPr>
              <a:t>最初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63D0709-135B-4D6A-9C89-63D57C1A0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2409825"/>
            <a:ext cx="3238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425" b="1">
                <a:solidFill>
                  <a:srgbClr val="07161C"/>
                </a:solidFill>
                <a:latin typeface="Noto Sans JP"/>
                <a:ea typeface="Noto Sans JP"/>
                <a:cs typeface="Noto Sans JP"/>
              </a:defRPr>
            </a:pPr>
            <a:r>
              <a:rPr sz="1425" b="1">
                <a:solidFill>
                  <a:srgbClr val="07161C"/>
                </a:solidFill>
                <a:latin typeface="Noto Sans JP"/>
                <a:ea typeface="Noto Sans JP"/>
                <a:cs typeface="Noto Sans JP"/>
              </a:rPr>
              <a:t>START_HERE.md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D5FB19B-3CCF-4EBD-A691-856E7A603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2428875"/>
            <a:ext cx="447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75" b="0">
                <a:solidFill>
                  <a:srgbClr val="607579"/>
                </a:solidFill>
                <a:latin typeface="Noto Sans JP"/>
                <a:ea typeface="Noto Sans JP"/>
                <a:cs typeface="Noto Sans JP"/>
              </a:defRPr>
            </a:pPr>
            <a:r>
              <a:rPr sz="1275" b="0">
                <a:solidFill>
                  <a:srgbClr val="607579"/>
                </a:solidFill>
                <a:latin typeface="Noto Sans JP"/>
                <a:ea typeface="Noto Sans JP"/>
                <a:cs typeface="Noto Sans JP"/>
              </a:rPr>
              <a:t>最初に読む説明書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85E0B3E-15CB-4D0B-9822-FBAFD0EDC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943225"/>
            <a:ext cx="9791700" cy="495300"/>
          </a:xfrm>
          <a:prstGeom xmlns:a="http://schemas.openxmlformats.org/drawingml/2006/main" prst="roundRect">
            <a:avLst>
              <a:gd name="adj" fmla="val 9615"/>
            </a:avLst>
          </a:prstGeom>
          <a:solidFill xmlns:a="http://schemas.openxmlformats.org/drawingml/2006/main">
            <a:srgbClr val="FFF1C9"/>
          </a:solidFill>
          <a:ln xmlns:a="http://schemas.openxmlformats.org/drawingml/2006/main" w="9525">
            <a:solidFill>
              <a:srgbClr val="DDB65E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90DB329-CAA4-43E8-AF7D-F2BF59DD7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048000"/>
            <a:ext cx="704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8A5C08"/>
                </a:solidFill>
                <a:latin typeface="Noto Sans JP"/>
                <a:ea typeface="Noto Sans JP"/>
                <a:cs typeface="Noto Sans JP"/>
              </a:defRPr>
            </a:pPr>
            <a:r>
              <a:rPr sz="1050" b="1">
                <a:solidFill>
                  <a:srgbClr val="8A5C08"/>
                </a:solidFill>
                <a:latin typeface="Noto Sans JP"/>
                <a:ea typeface="Noto Sans JP"/>
                <a:cs typeface="Noto Sans JP"/>
              </a:rPr>
              <a:t>最初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6634ABA-2F15-4037-86FA-A297C56F3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3019425"/>
            <a:ext cx="3238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425" b="1">
                <a:solidFill>
                  <a:srgbClr val="07161C"/>
                </a:solidFill>
                <a:latin typeface="Noto Sans JP"/>
                <a:ea typeface="Noto Sans JP"/>
                <a:cs typeface="Noto Sans JP"/>
              </a:defRPr>
            </a:pPr>
            <a:r>
              <a:rPr sz="1425" b="1">
                <a:solidFill>
                  <a:srgbClr val="07161C"/>
                </a:solidFill>
                <a:latin typeface="Noto Sans JP"/>
                <a:ea typeface="Noto Sans JP"/>
                <a:cs typeface="Noto Sans JP"/>
              </a:rPr>
              <a:t>AGENTS.md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DF296A6-10CE-43A4-A00D-990D5E361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3038475"/>
            <a:ext cx="447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75" b="0">
                <a:solidFill>
                  <a:srgbClr val="607579"/>
                </a:solidFill>
                <a:latin typeface="Noto Sans JP"/>
                <a:ea typeface="Noto Sans JP"/>
                <a:cs typeface="Noto Sans JP"/>
              </a:defRPr>
            </a:pPr>
            <a:r>
              <a:rPr sz="1275" b="0">
                <a:solidFill>
                  <a:srgbClr val="607579"/>
                </a:solidFill>
                <a:latin typeface="Noto Sans JP"/>
                <a:ea typeface="Noto Sans JP"/>
                <a:cs typeface="Noto Sans JP"/>
              </a:rPr>
              <a:t>Codexが読む安全ルール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2034734-11E9-47FB-B61D-9E2956A7F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552825"/>
            <a:ext cx="9791700" cy="495300"/>
          </a:xfrm>
          <a:prstGeom xmlns:a="http://schemas.openxmlformats.org/drawingml/2006/main" prst="roundRect">
            <a:avLst>
              <a:gd name="adj" fmla="val 9615"/>
            </a:avLst>
          </a:prstGeom>
          <a:solidFill xmlns:a="http://schemas.openxmlformats.org/drawingml/2006/main">
            <a:srgbClr val="FFF1C9"/>
          </a:solidFill>
          <a:ln xmlns:a="http://schemas.openxmlformats.org/drawingml/2006/main" w="9525">
            <a:solidFill>
              <a:srgbClr val="DDB65E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F30CEE2-DDB0-42DB-942B-DB7DD35AB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657600"/>
            <a:ext cx="704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8A5C08"/>
                </a:solidFill>
                <a:latin typeface="Noto Sans JP"/>
                <a:ea typeface="Noto Sans JP"/>
                <a:cs typeface="Noto Sans JP"/>
              </a:defRPr>
            </a:pPr>
            <a:r>
              <a:rPr sz="1050" b="1">
                <a:solidFill>
                  <a:srgbClr val="8A5C08"/>
                </a:solidFill>
                <a:latin typeface="Noto Sans JP"/>
                <a:ea typeface="Noto Sans JP"/>
                <a:cs typeface="Noto Sans JP"/>
              </a:rPr>
              <a:t>最初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89FC36B-37B9-488B-A658-674788AB7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3629025"/>
            <a:ext cx="3238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425" b="1">
                <a:solidFill>
                  <a:srgbClr val="07161C"/>
                </a:solidFill>
                <a:latin typeface="Noto Sans JP"/>
                <a:ea typeface="Noto Sans JP"/>
                <a:cs typeface="Noto Sans JP"/>
              </a:defRPr>
            </a:pPr>
            <a:r>
              <a:rPr sz="1425" b="1">
                <a:solidFill>
                  <a:srgbClr val="07161C"/>
                </a:solidFill>
                <a:latin typeface="Noto Sans JP"/>
                <a:ea typeface="Noto Sans JP"/>
                <a:cs typeface="Noto Sans JP"/>
              </a:rPr>
              <a:t>START-MAC.command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B2A159C-771D-48C9-BD27-30E9F2BA0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3648075"/>
            <a:ext cx="447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75" b="0">
                <a:solidFill>
                  <a:srgbClr val="607579"/>
                </a:solidFill>
                <a:latin typeface="Noto Sans JP"/>
                <a:ea typeface="Noto Sans JP"/>
                <a:cs typeface="Noto Sans JP"/>
              </a:defRPr>
            </a:pPr>
            <a:r>
              <a:rPr sz="1275" b="0">
                <a:solidFill>
                  <a:srgbClr val="607579"/>
                </a:solidFill>
                <a:latin typeface="Noto Sans JP"/>
                <a:ea typeface="Noto Sans JP"/>
                <a:cs typeface="Noto Sans JP"/>
              </a:rPr>
              <a:t>Macの起動ファイル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FCBFBF4-64FE-4C34-B0E9-0346479BA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162425"/>
            <a:ext cx="9791700" cy="495300"/>
          </a:xfrm>
          <a:prstGeom xmlns:a="http://schemas.openxmlformats.org/drawingml/2006/main" prst="roundRect">
            <a:avLst>
              <a:gd name="adj" fmla="val 9615"/>
            </a:avLst>
          </a:prstGeom>
          <a:solidFill xmlns:a="http://schemas.openxmlformats.org/drawingml/2006/main">
            <a:srgbClr val="FFF1C9"/>
          </a:solidFill>
          <a:ln xmlns:a="http://schemas.openxmlformats.org/drawingml/2006/main" w="9525">
            <a:solidFill>
              <a:srgbClr val="DDB65E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4E5C574-EF84-4676-A3A1-369973730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267200"/>
            <a:ext cx="704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8A5C08"/>
                </a:solidFill>
                <a:latin typeface="Noto Sans JP"/>
                <a:ea typeface="Noto Sans JP"/>
                <a:cs typeface="Noto Sans JP"/>
              </a:defRPr>
            </a:pPr>
            <a:r>
              <a:rPr sz="1050" b="1">
                <a:solidFill>
                  <a:srgbClr val="8A5C08"/>
                </a:solidFill>
                <a:latin typeface="Noto Sans JP"/>
                <a:ea typeface="Noto Sans JP"/>
                <a:cs typeface="Noto Sans JP"/>
              </a:rPr>
              <a:t>最初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56092B8-5E27-4D4D-9502-96DC99EA9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4238625"/>
            <a:ext cx="3238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425" b="1">
                <a:solidFill>
                  <a:srgbClr val="07161C"/>
                </a:solidFill>
                <a:latin typeface="Noto Sans JP"/>
                <a:ea typeface="Noto Sans JP"/>
                <a:cs typeface="Noto Sans JP"/>
              </a:defRPr>
            </a:pPr>
            <a:r>
              <a:rPr sz="1425" b="1">
                <a:solidFill>
                  <a:srgbClr val="07161C"/>
                </a:solidFill>
                <a:latin typeface="Noto Sans JP"/>
                <a:ea typeface="Noto Sans JP"/>
                <a:cs typeface="Noto Sans JP"/>
              </a:rPr>
              <a:t>START-WINDOWS.bat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A85F6BF-4467-4E87-B23F-BF73839E7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4257675"/>
            <a:ext cx="447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75" b="0">
                <a:solidFill>
                  <a:srgbClr val="607579"/>
                </a:solidFill>
                <a:latin typeface="Noto Sans JP"/>
                <a:ea typeface="Noto Sans JP"/>
                <a:cs typeface="Noto Sans JP"/>
              </a:defRPr>
            </a:pPr>
            <a:r>
              <a:rPr sz="1275" b="0">
                <a:solidFill>
                  <a:srgbClr val="607579"/>
                </a:solidFill>
                <a:latin typeface="Noto Sans JP"/>
                <a:ea typeface="Noto Sans JP"/>
                <a:cs typeface="Noto Sans JP"/>
              </a:rPr>
              <a:t>Windowsの起動ファイル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87C9BBD-6147-4AA0-BA5B-A22931817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772025"/>
            <a:ext cx="9791700" cy="495300"/>
          </a:xfrm>
          <a:prstGeom xmlns:a="http://schemas.openxmlformats.org/drawingml/2006/main" prst="roundRect">
            <a:avLst>
              <a:gd name="adj" fmla="val 961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D4CF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36C9B15-268B-431F-80C8-8E73F4ED7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876800"/>
            <a:ext cx="704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607579"/>
                </a:solidFill>
                <a:latin typeface="Noto Sans JP"/>
                <a:ea typeface="Noto Sans JP"/>
                <a:cs typeface="Noto Sans JP"/>
              </a:defRPr>
            </a:pPr>
            <a:r>
              <a:rPr sz="1050" b="1">
                <a:solidFill>
                  <a:srgbClr val="607579"/>
                </a:solidFill>
                <a:latin typeface="Noto Sans JP"/>
                <a:ea typeface="Noto Sans JP"/>
                <a:cs typeface="Noto Sans JP"/>
              </a:rPr>
              <a:t>後で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1352D37-ED5A-4DCA-8465-FA77D08ED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4848225"/>
            <a:ext cx="3238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425" b="1">
                <a:solidFill>
                  <a:srgbClr val="07161C"/>
                </a:solidFill>
                <a:latin typeface="Noto Sans JP"/>
                <a:ea typeface="Noto Sans JP"/>
                <a:cs typeface="Noto Sans JP"/>
              </a:defRPr>
            </a:pPr>
            <a:r>
              <a:rPr sz="1425" b="1">
                <a:solidFill>
                  <a:srgbClr val="07161C"/>
                </a:solidFill>
                <a:latin typeface="Noto Sans JP"/>
                <a:ea typeface="Noto Sans JP"/>
                <a:cs typeface="Noto Sans JP"/>
              </a:rPr>
              <a:t>docs/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098F102-EAFC-4241-AC04-705FF3F93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4867275"/>
            <a:ext cx="447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75" b="0">
                <a:solidFill>
                  <a:srgbClr val="607579"/>
                </a:solidFill>
                <a:latin typeface="Noto Sans JP"/>
                <a:ea typeface="Noto Sans JP"/>
                <a:cs typeface="Noto Sans JP"/>
              </a:defRPr>
            </a:pPr>
            <a:r>
              <a:rPr sz="1275" b="0">
                <a:solidFill>
                  <a:srgbClr val="607579"/>
                </a:solidFill>
                <a:latin typeface="Noto Sans JP"/>
                <a:ea typeface="Noto Sans JP"/>
                <a:cs typeface="Noto Sans JP"/>
              </a:rPr>
              <a:t>共通導入・個人活用・企業試作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2303390-9ACC-4ADF-8E34-8D1A94B66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5381625"/>
            <a:ext cx="9791700" cy="495300"/>
          </a:xfrm>
          <a:prstGeom xmlns:a="http://schemas.openxmlformats.org/drawingml/2006/main" prst="roundRect">
            <a:avLst>
              <a:gd name="adj" fmla="val 961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D4CF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BC9CADA-3826-4B53-A1AE-5E1867E0B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5486400"/>
            <a:ext cx="704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607579"/>
                </a:solidFill>
                <a:latin typeface="Noto Sans JP"/>
                <a:ea typeface="Noto Sans JP"/>
                <a:cs typeface="Noto Sans JP"/>
              </a:defRPr>
            </a:pPr>
            <a:r>
              <a:rPr sz="1050" b="1">
                <a:solidFill>
                  <a:srgbClr val="607579"/>
                </a:solidFill>
                <a:latin typeface="Noto Sans JP"/>
                <a:ea typeface="Noto Sans JP"/>
                <a:cs typeface="Noto Sans JP"/>
              </a:rPr>
              <a:t>後で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2E70B86-BEE9-4E63-B69C-62B9674ABD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5457825"/>
            <a:ext cx="3238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425" b="1">
                <a:solidFill>
                  <a:srgbClr val="07161C"/>
                </a:solidFill>
                <a:latin typeface="Noto Sans JP"/>
                <a:ea typeface="Noto Sans JP"/>
                <a:cs typeface="Noto Sans JP"/>
              </a:defRPr>
            </a:pPr>
            <a:r>
              <a:rPr sz="1425" b="1">
                <a:solidFill>
                  <a:srgbClr val="07161C"/>
                </a:solidFill>
                <a:latin typeface="Noto Sans JP"/>
                <a:ea typeface="Noto Sans JP"/>
                <a:cs typeface="Noto Sans JP"/>
              </a:rPr>
              <a:t>templates/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C95680B-610F-480A-91EC-C2759B94B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5476875"/>
            <a:ext cx="447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75" b="0">
                <a:solidFill>
                  <a:srgbClr val="607579"/>
                </a:solidFill>
                <a:latin typeface="Noto Sans JP"/>
                <a:ea typeface="Noto Sans JP"/>
                <a:cs typeface="Noto Sans JP"/>
              </a:defRPr>
            </a:pPr>
            <a:r>
              <a:rPr sz="1275" b="0">
                <a:solidFill>
                  <a:srgbClr val="607579"/>
                </a:solidFill>
                <a:latin typeface="Noto Sans JP"/>
                <a:ea typeface="Noto Sans JP"/>
                <a:cs typeface="Noto Sans JP"/>
              </a:rPr>
              <a:t>判断基準・社長確認・検証の記入用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29641B1-1AB3-4866-BFE2-1ED4632CB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27622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750" b="1">
                <a:solidFill>
                  <a:srgbClr val="7C908E"/>
                </a:solidFill>
                <a:latin typeface="Noto Sans JP"/>
                <a:ea typeface="Noto Sans JP"/>
                <a:cs typeface="Noto Sans JP"/>
              </a:defRPr>
            </a:pPr>
            <a:r>
              <a:rPr sz="750" b="1">
                <a:solidFill>
                  <a:srgbClr val="7C908E"/>
                </a:solidFill>
                <a:latin typeface="Noto Sans JP"/>
                <a:ea typeface="Noto Sans JP"/>
                <a:cs typeface="Noto Sans JP"/>
              </a:rPr>
              <a:t>AI NORIKO STARTER KIT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43F22C5-D2A7-49C4-8C3D-CC9294467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6467475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825" b="1">
                <a:solidFill>
                  <a:srgbClr val="138596"/>
                </a:solidFill>
                <a:latin typeface="Noto Sans JP"/>
                <a:ea typeface="Noto Sans JP"/>
                <a:cs typeface="Noto Sans JP"/>
              </a:defRPr>
            </a:pPr>
            <a:r>
              <a:rPr sz="825" b="1">
                <a:solidFill>
                  <a:srgbClr val="138596"/>
                </a:solidFill>
                <a:latin typeface="Noto Sans JP"/>
                <a:ea typeface="Noto Sans JP"/>
                <a:cs typeface="Noto Sans JP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278662415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07161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D8F59CD-44B9-44B3-8A22-929B0A182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3429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63DFEF"/>
                </a:solidFill>
                <a:latin typeface="Noto Sans JP"/>
                <a:ea typeface="Noto Sans JP"/>
                <a:cs typeface="Noto Sans JP"/>
              </a:defRPr>
            </a:pPr>
            <a:r>
              <a:rPr sz="975" b="1">
                <a:solidFill>
                  <a:srgbClr val="63DFEF"/>
                </a:solidFill>
                <a:latin typeface="Noto Sans JP"/>
                <a:ea typeface="Noto Sans JP"/>
                <a:cs typeface="Noto Sans JP"/>
              </a:rPr>
              <a:t>02 / INSTALL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5E35829-0C74-4FFD-9C03-51848EA9B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62000"/>
            <a:ext cx="10820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150" b="1">
                <a:solidFill>
                  <a:srgbClr val="EAF7F8"/>
                </a:solidFill>
                <a:latin typeface="Noto Sans JP"/>
                <a:ea typeface="Noto Sans JP"/>
                <a:cs typeface="Noto Sans JP"/>
              </a:defRPr>
            </a:pPr>
            <a:r>
              <a:rPr sz="3150" b="1">
                <a:solidFill>
                  <a:srgbClr val="EAF7F8"/>
                </a:solidFill>
                <a:latin typeface="Noto Sans JP"/>
                <a:ea typeface="Noto Sans JP"/>
                <a:cs typeface="Noto Sans JP"/>
              </a:rPr>
              <a:t>導入は4ステップ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7F18C81-4EE5-434B-BEE7-E7184CC50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495425"/>
            <a:ext cx="10287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425" b="0">
                <a:solidFill>
                  <a:srgbClr val="8FA8AD"/>
                </a:solidFill>
                <a:latin typeface="Noto Sans JP"/>
                <a:ea typeface="Noto Sans JP"/>
                <a:cs typeface="Noto Sans JP"/>
              </a:defRPr>
            </a:pPr>
            <a:r>
              <a:rPr sz="1425" b="0">
                <a:solidFill>
                  <a:srgbClr val="8FA8AD"/>
                </a:solidFill>
                <a:latin typeface="Noto Sans JP"/>
                <a:ea typeface="Noto Sans JP"/>
                <a:cs typeface="Noto Sans JP"/>
              </a:rPr>
              <a:t>各ステップが終わるたびに、全員の画面を確認します。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832BD1D-2F3B-4B59-A727-C8739AB35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85800" y="1971675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34149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002EFB1-9A22-4652-97B2-15CC1DEE1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686050"/>
            <a:ext cx="1066800" cy="1066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3DFEF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B4EA5CD-5046-4F34-8764-302809F90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962275"/>
            <a:ext cx="571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550" b="1">
                <a:solidFill>
                  <a:srgbClr val="07161C"/>
                </a:solidFill>
                <a:latin typeface="Noto Sans JP"/>
                <a:ea typeface="Noto Sans JP"/>
                <a:cs typeface="Noto Sans JP"/>
              </a:defRPr>
            </a:pPr>
            <a:r>
              <a:rPr sz="2550" b="1">
                <a:solidFill>
                  <a:srgbClr val="07161C"/>
                </a:solidFill>
                <a:latin typeface="Noto Sans JP"/>
                <a:ea typeface="Noto Sans JP"/>
                <a:cs typeface="Noto Sans JP"/>
              </a:rPr>
              <a:t>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4CB1517-D44F-448C-8491-689510C99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019550"/>
            <a:ext cx="1714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025" b="1">
                <a:solidFill>
                  <a:srgbClr val="EAF7F8"/>
                </a:solidFill>
                <a:latin typeface="Noto Sans JP"/>
                <a:ea typeface="Noto Sans JP"/>
                <a:cs typeface="Noto Sans JP"/>
              </a:defRPr>
            </a:pPr>
            <a:r>
              <a:rPr sz="2025" b="1">
                <a:solidFill>
                  <a:srgbClr val="EAF7F8"/>
                </a:solidFill>
                <a:latin typeface="Noto Sans JP"/>
                <a:ea typeface="Noto Sans JP"/>
                <a:cs typeface="Noto Sans JP"/>
              </a:rPr>
              <a:t>展開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9C3E836-EACA-4D3E-927A-EFF320D10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" y="4476750"/>
            <a:ext cx="2133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8FA8AD"/>
                </a:solidFill>
                <a:latin typeface="Noto Sans JP"/>
                <a:ea typeface="Noto Sans JP"/>
                <a:cs typeface="Noto Sans JP"/>
              </a:defRPr>
            </a:pPr>
            <a:r>
              <a:rPr sz="1200" b="0">
                <a:solidFill>
                  <a:srgbClr val="8FA8AD"/>
                </a:solidFill>
                <a:latin typeface="Noto Sans JP"/>
                <a:ea typeface="Noto Sans JP"/>
                <a:cs typeface="Noto Sans JP"/>
              </a:rPr>
              <a:t>ZIPを開く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1512E8F-CB49-4FAE-B9EB-272997279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2990850"/>
            <a:ext cx="914400" cy="4572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4535D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CBBD409-245C-445F-BE2B-D2415E9BD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686050"/>
            <a:ext cx="1066800" cy="1066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3DFEF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CF59B19-10F4-4420-BC79-1950E46FA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2962275"/>
            <a:ext cx="571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550" b="1">
                <a:solidFill>
                  <a:srgbClr val="07161C"/>
                </a:solidFill>
                <a:latin typeface="Noto Sans JP"/>
                <a:ea typeface="Noto Sans JP"/>
                <a:cs typeface="Noto Sans JP"/>
              </a:defRPr>
            </a:pPr>
            <a:r>
              <a:rPr sz="2550" b="1">
                <a:solidFill>
                  <a:srgbClr val="07161C"/>
                </a:solidFill>
                <a:latin typeface="Noto Sans JP"/>
                <a:ea typeface="Noto Sans JP"/>
                <a:cs typeface="Noto Sans JP"/>
              </a:rPr>
              <a:t>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4BCFDC7-F26C-4CDA-8BCE-4C011044B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4019550"/>
            <a:ext cx="1714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025" b="1">
                <a:solidFill>
                  <a:srgbClr val="EAF7F8"/>
                </a:solidFill>
                <a:latin typeface="Noto Sans JP"/>
                <a:ea typeface="Noto Sans JP"/>
                <a:cs typeface="Noto Sans JP"/>
              </a:defRPr>
            </a:pPr>
            <a:r>
              <a:rPr sz="2025" b="1">
                <a:solidFill>
                  <a:srgbClr val="EAF7F8"/>
                </a:solidFill>
                <a:latin typeface="Noto Sans JP"/>
                <a:ea typeface="Noto Sans JP"/>
                <a:cs typeface="Noto Sans JP"/>
              </a:rPr>
              <a:t>読込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4AA5DB4-EDA0-49F0-82A5-8304B18F0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4476750"/>
            <a:ext cx="2133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8FA8AD"/>
                </a:solidFill>
                <a:latin typeface="Noto Sans JP"/>
                <a:ea typeface="Noto Sans JP"/>
                <a:cs typeface="Noto Sans JP"/>
              </a:defRPr>
            </a:pPr>
            <a:r>
              <a:rPr sz="1200" b="0">
                <a:solidFill>
                  <a:srgbClr val="8FA8AD"/>
                </a:solidFill>
                <a:latin typeface="Noto Sans JP"/>
                <a:ea typeface="Noto Sans JP"/>
                <a:cs typeface="Noto Sans JP"/>
              </a:rPr>
              <a:t>Codexで開く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D71CA13-8BF4-43AE-A5F0-13872434D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2990850"/>
            <a:ext cx="914400" cy="4572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4535D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F5135CB-FDFE-43A3-8C19-19C00FA69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686050"/>
            <a:ext cx="1066800" cy="1066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3DFEF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6E84BA6-60F4-4E9F-9787-8963A9998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962275"/>
            <a:ext cx="571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550" b="1">
                <a:solidFill>
                  <a:srgbClr val="07161C"/>
                </a:solidFill>
                <a:latin typeface="Noto Sans JP"/>
                <a:ea typeface="Noto Sans JP"/>
                <a:cs typeface="Noto Sans JP"/>
              </a:defRPr>
            </a:pPr>
            <a:r>
              <a:rPr sz="2550" b="1">
                <a:solidFill>
                  <a:srgbClr val="07161C"/>
                </a:solidFill>
                <a:latin typeface="Noto Sans JP"/>
                <a:ea typeface="Noto Sans JP"/>
                <a:cs typeface="Noto Sans JP"/>
              </a:rPr>
              <a:t>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2131678-E824-4B35-9E04-52A39BF230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4019550"/>
            <a:ext cx="1714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025" b="1">
                <a:solidFill>
                  <a:srgbClr val="EAF7F8"/>
                </a:solidFill>
                <a:latin typeface="Noto Sans JP"/>
                <a:ea typeface="Noto Sans JP"/>
                <a:cs typeface="Noto Sans JP"/>
              </a:defRPr>
            </a:pPr>
            <a:r>
              <a:rPr sz="2025" b="1">
                <a:solidFill>
                  <a:srgbClr val="EAF7F8"/>
                </a:solidFill>
                <a:latin typeface="Noto Sans JP"/>
                <a:ea typeface="Noto Sans JP"/>
                <a:cs typeface="Noto Sans JP"/>
              </a:rPr>
              <a:t>準備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92D3232-8B25-4308-840D-EADD82D04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4476750"/>
            <a:ext cx="2133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8FA8AD"/>
                </a:solidFill>
                <a:latin typeface="Noto Sans JP"/>
                <a:ea typeface="Noto Sans JP"/>
                <a:cs typeface="Noto Sans JP"/>
              </a:defRPr>
            </a:pPr>
            <a:r>
              <a:rPr sz="1200" b="0">
                <a:solidFill>
                  <a:srgbClr val="8FA8AD"/>
                </a:solidFill>
                <a:latin typeface="Noto Sans JP"/>
                <a:ea typeface="Noto Sans JP"/>
                <a:cs typeface="Noto Sans JP"/>
              </a:rPr>
              <a:t>依頼文を送る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AB2E063-F97C-4C92-85E5-C933E9571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2990850"/>
            <a:ext cx="914400" cy="4572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4535D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8CCB60E-9608-4D7D-8802-8855DBB49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2686050"/>
            <a:ext cx="1066800" cy="1066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4BC72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CD3B0BB-47A8-460F-A867-DA2C0302C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2962275"/>
            <a:ext cx="571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550" b="1">
                <a:solidFill>
                  <a:srgbClr val="07161C"/>
                </a:solidFill>
                <a:latin typeface="Noto Sans JP"/>
                <a:ea typeface="Noto Sans JP"/>
                <a:cs typeface="Noto Sans JP"/>
              </a:defRPr>
            </a:pPr>
            <a:r>
              <a:rPr sz="2550" b="1">
                <a:solidFill>
                  <a:srgbClr val="07161C"/>
                </a:solidFill>
                <a:latin typeface="Noto Sans JP"/>
                <a:ea typeface="Noto Sans JP"/>
                <a:cs typeface="Noto Sans JP"/>
              </a:rPr>
              <a:t>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C96C085-DC32-4904-A55E-ECCAC6BD8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4019550"/>
            <a:ext cx="1714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025" b="1">
                <a:solidFill>
                  <a:srgbClr val="EAF7F8"/>
                </a:solidFill>
                <a:latin typeface="Noto Sans JP"/>
                <a:ea typeface="Noto Sans JP"/>
                <a:cs typeface="Noto Sans JP"/>
              </a:defRPr>
            </a:pPr>
            <a:r>
              <a:rPr sz="2025" b="1">
                <a:solidFill>
                  <a:srgbClr val="EAF7F8"/>
                </a:solidFill>
                <a:latin typeface="Noto Sans JP"/>
                <a:ea typeface="Noto Sans JP"/>
                <a:cs typeface="Noto Sans JP"/>
              </a:rPr>
              <a:t>起動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3E3187D-FC00-4E49-9DC3-8C94DA459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4476750"/>
            <a:ext cx="2133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8FA8AD"/>
                </a:solidFill>
                <a:latin typeface="Noto Sans JP"/>
                <a:ea typeface="Noto Sans JP"/>
                <a:cs typeface="Noto Sans JP"/>
              </a:defRPr>
            </a:pPr>
            <a:r>
              <a:rPr sz="1200" b="0">
                <a:solidFill>
                  <a:srgbClr val="8FA8AD"/>
                </a:solidFill>
                <a:latin typeface="Noto Sans JP"/>
                <a:ea typeface="Noto Sans JP"/>
                <a:cs typeface="Noto Sans JP"/>
              </a:rPr>
              <a:t>初回設定する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05C3050-328C-49D2-B84D-A5BC3353F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5467350"/>
            <a:ext cx="8191500" cy="40005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0E3038"/>
          </a:solidFill>
          <a:ln xmlns:a="http://schemas.openxmlformats.org/drawingml/2006/main" w="9525">
            <a:solidFill>
              <a:srgbClr val="2A6873"/>
            </a:solidFill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63DFEF"/>
                </a:solidFill>
                <a:latin typeface="Noto Sans JP"/>
                <a:ea typeface="Noto Sans JP"/>
                <a:cs typeface="Noto Sans JP"/>
              </a:defRPr>
            </a:pPr>
            <a:r>
              <a:rPr sz="1500" b="1">
                <a:solidFill>
                  <a:srgbClr val="63DFEF"/>
                </a:solidFill>
                <a:latin typeface="Noto Sans JP"/>
                <a:ea typeface="Noto Sans JP"/>
                <a:cs typeface="Noto Sans JP"/>
              </a:rPr>
              <a:t>止まったら、画面をそのままにして講師へ声をかける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B73A2A5-61E6-4B40-8C59-CB284F814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27622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750" b="1">
                <a:solidFill>
                  <a:srgbClr val="557279"/>
                </a:solidFill>
                <a:latin typeface="Noto Sans JP"/>
                <a:ea typeface="Noto Sans JP"/>
                <a:cs typeface="Noto Sans JP"/>
              </a:defRPr>
            </a:pPr>
            <a:r>
              <a:rPr sz="750" b="1">
                <a:solidFill>
                  <a:srgbClr val="557279"/>
                </a:solidFill>
                <a:latin typeface="Noto Sans JP"/>
                <a:ea typeface="Noto Sans JP"/>
                <a:cs typeface="Noto Sans JP"/>
              </a:rPr>
              <a:t>AI NORIKO STARTER KIT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E148826-143B-42EA-A1BC-2B930FEF0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6467475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825" b="1">
                <a:solidFill>
                  <a:srgbClr val="63DFEF"/>
                </a:solidFill>
                <a:latin typeface="Noto Sans JP"/>
                <a:ea typeface="Noto Sans JP"/>
                <a:cs typeface="Noto Sans JP"/>
              </a:defRPr>
            </a:pPr>
            <a:r>
              <a:rPr sz="825" b="1">
                <a:solidFill>
                  <a:srgbClr val="63DFEF"/>
                </a:solidFill>
                <a:latin typeface="Noto Sans JP"/>
                <a:ea typeface="Noto Sans JP"/>
                <a:cs typeface="Noto Sans JP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1714752665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7F4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9D464D0-CC3A-460D-8497-223BFD5AB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3429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138596"/>
                </a:solidFill>
                <a:latin typeface="Noto Sans JP"/>
                <a:ea typeface="Noto Sans JP"/>
                <a:cs typeface="Noto Sans JP"/>
              </a:defRPr>
            </a:pPr>
            <a:r>
              <a:rPr sz="975" b="1">
                <a:solidFill>
                  <a:srgbClr val="138596"/>
                </a:solidFill>
                <a:latin typeface="Noto Sans JP"/>
                <a:ea typeface="Noto Sans JP"/>
                <a:cs typeface="Noto Sans JP"/>
              </a:rPr>
              <a:t>02 / INSTALL 1-2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AF8E4DA-84E2-466F-BA8E-52F2BCA63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62000"/>
            <a:ext cx="10820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150" b="1">
                <a:solidFill>
                  <a:srgbClr val="07161C"/>
                </a:solidFill>
                <a:latin typeface="Noto Sans JP"/>
                <a:ea typeface="Noto Sans JP"/>
                <a:cs typeface="Noto Sans JP"/>
              </a:defRPr>
            </a:pPr>
            <a:r>
              <a:rPr sz="3150" b="1">
                <a:solidFill>
                  <a:srgbClr val="07161C"/>
                </a:solidFill>
                <a:latin typeface="Noto Sans JP"/>
                <a:ea typeface="Noto Sans JP"/>
                <a:cs typeface="Noto Sans JP"/>
              </a:rPr>
              <a:t>ZIPを展開し、Codexでフォルダを開く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EED0488-F558-41D3-B87A-D07294A6C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495425"/>
            <a:ext cx="10287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425" b="0">
                <a:solidFill>
                  <a:srgbClr val="607579"/>
                </a:solidFill>
                <a:latin typeface="Noto Sans JP"/>
                <a:ea typeface="Noto Sans JP"/>
                <a:cs typeface="Noto Sans JP"/>
              </a:defRPr>
            </a:pPr>
            <a:r>
              <a:rPr sz="1425" b="0">
                <a:solidFill>
                  <a:srgbClr val="607579"/>
                </a:solidFill>
                <a:latin typeface="Noto Sans JP"/>
                <a:ea typeface="Noto Sans JP"/>
                <a:cs typeface="Noto Sans JP"/>
              </a:rPr>
              <a:t>ZIPの中のままではなく、必ず展開してから選びます。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E4FAFB6-7CBE-4A21-A7C5-915C0B611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85800" y="1971675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8D4CF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87ABDE4-2E32-4538-9114-42547A5C9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381250"/>
            <a:ext cx="4762500" cy="2714625"/>
          </a:xfrm>
          <a:prstGeom xmlns:a="http://schemas.openxmlformats.org/drawingml/2006/main" prst="roundRect">
            <a:avLst>
              <a:gd name="adj" fmla="val 350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D4C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DB911CA-CBF7-4BAC-AFD1-CCCF08BC4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638425"/>
            <a:ext cx="9906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63DFEF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07161C"/>
                </a:solidFill>
                <a:latin typeface="Noto Sans JP"/>
                <a:ea typeface="Noto Sans JP"/>
                <a:cs typeface="Noto Sans JP"/>
              </a:defRPr>
            </a:pPr>
            <a:r>
              <a:rPr sz="1050" b="1">
                <a:solidFill>
                  <a:srgbClr val="07161C"/>
                </a:solidFill>
                <a:latin typeface="Noto Sans JP"/>
                <a:ea typeface="Noto Sans JP"/>
                <a:cs typeface="Noto Sans JP"/>
              </a:rPr>
              <a:t>STEP 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AF7B2ED-FDA0-4D62-9726-BBB91C048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219450"/>
            <a:ext cx="4095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00" b="1">
                <a:solidFill>
                  <a:srgbClr val="07161C"/>
                </a:solidFill>
                <a:latin typeface="Noto Sans JP"/>
                <a:ea typeface="Noto Sans JP"/>
                <a:cs typeface="Noto Sans JP"/>
              </a:defRPr>
            </a:pPr>
            <a:r>
              <a:rPr sz="2100" b="1">
                <a:solidFill>
                  <a:srgbClr val="07161C"/>
                </a:solidFill>
                <a:latin typeface="Noto Sans JP"/>
                <a:ea typeface="Noto Sans JP"/>
                <a:cs typeface="Noto Sans JP"/>
              </a:rPr>
              <a:t>スターターキットを展開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28D2D40-F33A-420B-8AF8-D43116837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914775"/>
            <a:ext cx="3810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425" b="0">
                <a:solidFill>
                  <a:srgbClr val="607579"/>
                </a:solidFill>
                <a:latin typeface="Noto Sans JP"/>
                <a:ea typeface="Noto Sans JP"/>
                <a:cs typeface="Noto Sans JP"/>
              </a:defRPr>
            </a:pPr>
            <a:r>
              <a:rPr sz="1425" b="0">
                <a:solidFill>
                  <a:srgbClr val="607579"/>
                </a:solidFill>
                <a:latin typeface="Noto Sans JP"/>
                <a:ea typeface="Noto Sans JP"/>
                <a:cs typeface="Noto Sans JP"/>
              </a:rPr>
              <a:t>保存場所の例</a:t>
            </a:r>
          </a:p>
          <a:p xmlns:a="http://schemas.openxmlformats.org/drawingml/2006/main">
            <a:pPr>
              <a:buNone/>
              <a:defRPr sz="1425" b="0">
                <a:solidFill>
                  <a:srgbClr val="607579"/>
                </a:solidFill>
                <a:latin typeface="Noto Sans JP"/>
                <a:ea typeface="Noto Sans JP"/>
                <a:cs typeface="Noto Sans JP"/>
              </a:defRPr>
            </a:pPr>
            <a:r>
              <a:rPr sz="1425" b="0">
                <a:solidFill>
                  <a:srgbClr val="607579"/>
                </a:solidFill>
                <a:latin typeface="Noto Sans JP"/>
                <a:ea typeface="Noto Sans JP"/>
                <a:cs typeface="Noto Sans JP"/>
              </a:rPr>
              <a:t>・Mac：デスクトップ</a:t>
            </a:r>
          </a:p>
          <a:p xmlns:a="http://schemas.openxmlformats.org/drawingml/2006/main">
            <a:pPr>
              <a:buNone/>
              <a:defRPr sz="1425" b="0">
                <a:solidFill>
                  <a:srgbClr val="607579"/>
                </a:solidFill>
                <a:latin typeface="Noto Sans JP"/>
                <a:ea typeface="Noto Sans JP"/>
                <a:cs typeface="Noto Sans JP"/>
              </a:defRPr>
            </a:pPr>
            <a:r>
              <a:rPr sz="1425" b="0">
                <a:solidFill>
                  <a:srgbClr val="607579"/>
                </a:solidFill>
                <a:latin typeface="Noto Sans JP"/>
                <a:ea typeface="Noto Sans JP"/>
                <a:cs typeface="Noto Sans JP"/>
              </a:rPr>
              <a:t>・Windows：デスクトップ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40A69B4-7C1E-4F5E-AA77-E6C5CBFD5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3362325"/>
            <a:ext cx="762000" cy="571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38596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B45F0DD-15D5-46E0-AC23-7A7ECACFF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381250"/>
            <a:ext cx="4762500" cy="2714625"/>
          </a:xfrm>
          <a:prstGeom xmlns:a="http://schemas.openxmlformats.org/drawingml/2006/main" prst="roundRect">
            <a:avLst>
              <a:gd name="adj" fmla="val 3509"/>
            </a:avLst>
          </a:prstGeom>
          <a:solidFill xmlns:a="http://schemas.openxmlformats.org/drawingml/2006/main">
            <a:srgbClr val="07161C"/>
          </a:solidFill>
          <a:ln xmlns:a="http://schemas.openxmlformats.org/drawingml/2006/main" w="9525">
            <a:solidFill>
              <a:srgbClr val="1D4D5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2099F27-56CE-489F-B0E1-4F70FA7EB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2638425"/>
            <a:ext cx="9906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4BC72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07161C"/>
                </a:solidFill>
                <a:latin typeface="Noto Sans JP"/>
                <a:ea typeface="Noto Sans JP"/>
                <a:cs typeface="Noto Sans JP"/>
              </a:defRPr>
            </a:pPr>
            <a:r>
              <a:rPr sz="1050" b="1">
                <a:solidFill>
                  <a:srgbClr val="07161C"/>
                </a:solidFill>
                <a:latin typeface="Noto Sans JP"/>
                <a:ea typeface="Noto Sans JP"/>
                <a:cs typeface="Noto Sans JP"/>
              </a:rPr>
              <a:t>STEP 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3B21FC8-4A12-4B69-A713-58E80FC67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3219450"/>
            <a:ext cx="4095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00" b="1">
                <a:solidFill>
                  <a:srgbClr val="EAF7F8"/>
                </a:solidFill>
                <a:latin typeface="Noto Sans JP"/>
                <a:ea typeface="Noto Sans JP"/>
                <a:cs typeface="Noto Sans JP"/>
              </a:defRPr>
            </a:pPr>
            <a:r>
              <a:rPr sz="2100" b="1">
                <a:solidFill>
                  <a:srgbClr val="EAF7F8"/>
                </a:solidFill>
                <a:latin typeface="Noto Sans JP"/>
                <a:ea typeface="Noto Sans JP"/>
                <a:cs typeface="Noto Sans JP"/>
              </a:rPr>
              <a:t>Codexでフォルダを開く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373A45E-BA67-4C83-BD88-0148C4DE0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3914775"/>
            <a:ext cx="3810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425" b="0">
                <a:solidFill>
                  <a:srgbClr val="8FA8AD"/>
                </a:solidFill>
                <a:latin typeface="Noto Sans JP"/>
                <a:ea typeface="Noto Sans JP"/>
                <a:cs typeface="Noto Sans JP"/>
              </a:defRPr>
            </a:pPr>
            <a:r>
              <a:rPr sz="1425" b="0">
                <a:solidFill>
                  <a:srgbClr val="8FA8AD"/>
                </a:solidFill>
                <a:latin typeface="Noto Sans JP"/>
                <a:ea typeface="Noto Sans JP"/>
                <a:cs typeface="Noto Sans JP"/>
              </a:rPr>
              <a:t>「フォルダを開く」から</a:t>
            </a:r>
          </a:p>
          <a:p xmlns:a="http://schemas.openxmlformats.org/drawingml/2006/main">
            <a:pPr>
              <a:buNone/>
              <a:defRPr sz="1425" b="0">
                <a:solidFill>
                  <a:srgbClr val="8FA8AD"/>
                </a:solidFill>
                <a:latin typeface="Noto Sans JP"/>
                <a:ea typeface="Noto Sans JP"/>
                <a:cs typeface="Noto Sans JP"/>
              </a:defRPr>
            </a:pPr>
            <a:r>
              <a:rPr sz="1425" b="0">
                <a:solidFill>
                  <a:srgbClr val="8FA8AD"/>
                </a:solidFill>
                <a:latin typeface="Noto Sans JP"/>
                <a:ea typeface="Noto Sans JP"/>
                <a:cs typeface="Noto Sans JP"/>
              </a:rPr>
              <a:t>AI-NORIKO-Starter-Kit を選択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C5AF54F-499A-45B4-8817-FA6E02F528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5572125"/>
            <a:ext cx="8229600" cy="40005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E6F6F5"/>
          </a:solidFill>
          <a:ln xmlns:a="http://schemas.openxmlformats.org/drawingml/2006/main" w="9525">
            <a:solidFill>
              <a:srgbClr val="9ACCCC"/>
            </a:solidFill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425" b="1">
                <a:solidFill>
                  <a:srgbClr val="138596"/>
                </a:solidFill>
                <a:latin typeface="Noto Sans JP"/>
                <a:ea typeface="Noto Sans JP"/>
                <a:cs typeface="Noto Sans JP"/>
              </a:defRPr>
            </a:pPr>
            <a:r>
              <a:rPr sz="1425" b="1">
                <a:solidFill>
                  <a:srgbClr val="138596"/>
                </a:solidFill>
                <a:latin typeface="Noto Sans JP"/>
                <a:ea typeface="Noto Sans JP"/>
                <a:cs typeface="Noto Sans JP"/>
              </a:rPr>
              <a:t>確認：画面上にSTART_HERE.mdが見えていますか？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1955EED-0E73-4D16-9B44-026CEA8C0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27622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750" b="1">
                <a:solidFill>
                  <a:srgbClr val="7C908E"/>
                </a:solidFill>
                <a:latin typeface="Noto Sans JP"/>
                <a:ea typeface="Noto Sans JP"/>
                <a:cs typeface="Noto Sans JP"/>
              </a:defRPr>
            </a:pPr>
            <a:r>
              <a:rPr sz="750" b="1">
                <a:solidFill>
                  <a:srgbClr val="7C908E"/>
                </a:solidFill>
                <a:latin typeface="Noto Sans JP"/>
                <a:ea typeface="Noto Sans JP"/>
                <a:cs typeface="Noto Sans JP"/>
              </a:rPr>
              <a:t>AI NORIKO STARTER KIT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BE5F2F6-5E71-4E77-8376-6B0CC17D2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6467475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825" b="1">
                <a:solidFill>
                  <a:srgbClr val="138596"/>
                </a:solidFill>
                <a:latin typeface="Noto Sans JP"/>
                <a:ea typeface="Noto Sans JP"/>
                <a:cs typeface="Noto Sans JP"/>
              </a:defRPr>
            </a:pPr>
            <a:r>
              <a:rPr sz="825" b="1">
                <a:solidFill>
                  <a:srgbClr val="138596"/>
                </a:solidFill>
                <a:latin typeface="Noto Sans JP"/>
                <a:ea typeface="Noto Sans JP"/>
                <a:cs typeface="Noto Sans JP"/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1072154514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07161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B5FA4D4-11D6-4849-9123-363152BFF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3429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63DFEF"/>
                </a:solidFill>
                <a:latin typeface="Noto Sans JP"/>
                <a:ea typeface="Noto Sans JP"/>
                <a:cs typeface="Noto Sans JP"/>
              </a:defRPr>
            </a:pPr>
            <a:r>
              <a:rPr sz="975" b="1">
                <a:solidFill>
                  <a:srgbClr val="63DFEF"/>
                </a:solidFill>
                <a:latin typeface="Noto Sans JP"/>
                <a:ea typeface="Noto Sans JP"/>
                <a:cs typeface="Noto Sans JP"/>
              </a:rPr>
              <a:t>02 / INSTALL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ABB25A8-1558-4A0A-849A-C61C56EC1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62000"/>
            <a:ext cx="10820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150" b="1">
                <a:solidFill>
                  <a:srgbClr val="EAF7F8"/>
                </a:solidFill>
                <a:latin typeface="Noto Sans JP"/>
                <a:ea typeface="Noto Sans JP"/>
                <a:cs typeface="Noto Sans JP"/>
              </a:defRPr>
            </a:pPr>
            <a:r>
              <a:rPr sz="3150" b="1">
                <a:solidFill>
                  <a:srgbClr val="EAF7F8"/>
                </a:solidFill>
                <a:latin typeface="Noto Sans JP"/>
                <a:ea typeface="Noto Sans JP"/>
                <a:cs typeface="Noto Sans JP"/>
              </a:rPr>
              <a:t>セットアップ依頼をコピーして送る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6461233-0FA8-4ECD-8429-B872E0100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495425"/>
            <a:ext cx="10287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425" b="0">
                <a:solidFill>
                  <a:srgbClr val="8FA8AD"/>
                </a:solidFill>
                <a:latin typeface="Noto Sans JP"/>
                <a:ea typeface="Noto Sans JP"/>
                <a:cs typeface="Noto Sans JP"/>
              </a:defRPr>
            </a:pPr>
            <a:r>
              <a:rPr sz="1425" b="0">
                <a:solidFill>
                  <a:srgbClr val="8FA8AD"/>
                </a:solidFill>
                <a:latin typeface="Noto Sans JP"/>
                <a:ea typeface="Noto Sans JP"/>
                <a:cs typeface="Noto Sans JP"/>
              </a:rPr>
              <a:t>全文は受講者ページの「P01 共通セットアップ」からコピーします。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07FEF8B-A6EC-48A7-9456-484BAA19D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85800" y="1971675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34149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1A64B0D-C442-4A38-BCB5-08287D5E0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305050"/>
            <a:ext cx="10629900" cy="3000375"/>
          </a:xfrm>
          <a:prstGeom xmlns:a="http://schemas.openxmlformats.org/drawingml/2006/main" prst="roundRect">
            <a:avLst>
              <a:gd name="adj" fmla="val 2540"/>
            </a:avLst>
          </a:prstGeom>
          <a:solidFill xmlns:a="http://schemas.openxmlformats.org/drawingml/2006/main">
            <a:srgbClr val="071116"/>
          </a:solidFill>
          <a:ln xmlns:a="http://schemas.openxmlformats.org/drawingml/2006/main" w="9525">
            <a:solidFill>
              <a:srgbClr val="2B5963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4F9C12C-A552-4137-B12B-D6E1558F3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609850"/>
            <a:ext cx="10039350" cy="2171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425" b="0">
                <a:solidFill>
                  <a:srgbClr val="EAF7F8"/>
                </a:solidFill>
                <a:latin typeface="Noto Sans JP"/>
                <a:ea typeface="Noto Sans JP"/>
                <a:cs typeface="Noto Sans JP"/>
              </a:defRPr>
            </a:pPr>
            <a:r>
              <a:rPr sz="1425" b="0">
                <a:solidFill>
                  <a:srgbClr val="EAF7F8"/>
                </a:solidFill>
                <a:latin typeface="Noto Sans JP"/>
                <a:ea typeface="Noto Sans JP"/>
                <a:cs typeface="Noto Sans JP"/>
              </a:rPr>
              <a:t>このフォルダのAGENTS.mdとSTART_HERE.mdを読んでください。</a:t>
            </a:r>
          </a:p>
          <a:p xmlns:a="http://schemas.openxmlformats.org/drawingml/2006/main">
            <a:pPr>
              <a:buNone/>
              <a:defRPr sz="1425" b="0">
                <a:solidFill>
                  <a:srgbClr val="EAF7F8"/>
                </a:solidFill>
                <a:latin typeface="Noto Sans JP"/>
                <a:ea typeface="Noto Sans JP"/>
                <a:cs typeface="Noto Sans JP"/>
              </a:defRPr>
            </a:pPr>
            <a:r>
              <a:rPr sz="1425" b="0">
                <a:solidFill>
                  <a:srgbClr val="EAF7F8"/>
                </a:solidFill>
                <a:latin typeface="Noto Sans JP"/>
                <a:ea typeface="Noto Sans JP"/>
                <a:cs typeface="Noto Sans JP"/>
              </a:rPr>
              <a:t>Mac／Windowsを確認し、共通セットアップを進めてください。</a:t>
            </a:r>
          </a:p>
          <a:p xmlns:a="http://schemas.openxmlformats.org/drawingml/2006/main">
            <a:pPr>
              <a:buNone/>
              <a:defRPr sz="1425" b="0">
                <a:solidFill>
                  <a:srgbClr val="EAF7F8"/>
                </a:solidFill>
                <a:latin typeface="Noto Sans JP"/>
                <a:ea typeface="Noto Sans JP"/>
                <a:cs typeface="Noto Sans JP"/>
              </a:defRPr>
            </a:pPr>
            <a:r>
              <a:rPr sz="1425" b="0">
                <a:solidFill>
                  <a:srgbClr val="EAF7F8"/>
                </a:solidFill>
                <a:latin typeface="Noto Sans JP"/>
                <a:ea typeface="Noto Sans JP"/>
                <a:cs typeface="Noto Sans JP"/>
              </a:rPr>
              <a:t>npm install・doctor・check・build・smokeを確認してください。</a:t>
            </a:r>
          </a:p>
          <a:p xmlns:a="http://schemas.openxmlformats.org/drawingml/2006/main">
            <a:pPr>
              <a:buNone/>
              <a:defRPr sz="1425" b="0">
                <a:solidFill>
                  <a:srgbClr val="EAF7F8"/>
                </a:solidFill>
                <a:latin typeface="Noto Sans JP"/>
                <a:ea typeface="Noto Sans JP"/>
                <a:cs typeface="Noto Sans JP"/>
              </a:defRPr>
            </a:pPr>
            <a:r>
              <a:rPr sz="1425" b="0">
                <a:solidFill>
                  <a:srgbClr val="EAF7F8"/>
                </a:solidFill>
                <a:latin typeface="Noto Sans JP"/>
                <a:ea typeface="Noto Sans JP"/>
                <a:cs typeface="Noto Sans JP"/>
              </a:rPr>
              <a:t>最初は起動と手動タスク1件。AIや外部連携は別に確認します。</a:t>
            </a:r>
          </a:p>
          <a:p xmlns:a="http://schemas.openxmlformats.org/drawingml/2006/main">
            <a:pPr>
              <a:buNone/>
              <a:defRPr sz="1425" b="0">
                <a:solidFill>
                  <a:srgbClr val="EAF7F8"/>
                </a:solidFill>
                <a:latin typeface="Noto Sans JP"/>
                <a:ea typeface="Noto Sans JP"/>
                <a:cs typeface="Noto Sans JP"/>
              </a:defRPr>
            </a:pPr>
            <a:r>
              <a:rPr sz="1425" b="0">
                <a:solidFill>
                  <a:srgbClr val="EAF7F8"/>
                </a:solidFill>
                <a:latin typeface="Noto Sans JP"/>
                <a:ea typeface="Noto Sans JP"/>
                <a:cs typeface="Noto Sans JP"/>
              </a:rPr>
              <a:t>ログイン・費用・権限が必要なら、説明して私の確認を待ってください。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881210E-00E3-4CED-A7DE-CB8D67A01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924425"/>
            <a:ext cx="914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63DFEF"/>
                </a:solidFill>
                <a:latin typeface="Noto Sans JP"/>
                <a:ea typeface="Noto Sans JP"/>
                <a:cs typeface="Noto Sans JP"/>
              </a:defRPr>
            </a:pPr>
            <a:r>
              <a:rPr sz="975" b="1">
                <a:solidFill>
                  <a:srgbClr val="63DFEF"/>
                </a:solidFill>
                <a:latin typeface="Noto Sans JP"/>
                <a:ea typeface="Noto Sans JP"/>
                <a:cs typeface="Noto Sans JP"/>
              </a:rPr>
              <a:t>コピー元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D8809D7-0E4B-4F8E-A81E-11F366730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300" y="4876800"/>
            <a:ext cx="685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63DFEF"/>
                </a:solidFill>
                <a:latin typeface="Noto Sans JP"/>
                <a:ea typeface="Noto Sans JP"/>
                <a:cs typeface="Noto Sans JP"/>
              </a:defRPr>
            </a:pPr>
            <a:r>
              <a:rPr sz="1200" b="1">
                <a:solidFill>
                  <a:srgbClr val="63DFEF"/>
                </a:solidFill>
                <a:latin typeface="Noto Sans JP"/>
                <a:ea typeface="Noto Sans JP"/>
                <a:cs typeface="Noto Sans JP"/>
              </a:rPr>
              <a:t>https://ai-hayato-zoom-class.ahaha48.chatgpt.site/resources → P01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F517F41-B583-4E92-8DF5-D1C2F6586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5562600"/>
            <a:ext cx="31623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63DFEF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07161C"/>
                </a:solidFill>
                <a:latin typeface="Noto Sans JP"/>
                <a:ea typeface="Noto Sans JP"/>
                <a:cs typeface="Noto Sans JP"/>
              </a:defRPr>
            </a:pPr>
            <a:r>
              <a:rPr sz="1050" b="1">
                <a:solidFill>
                  <a:srgbClr val="07161C"/>
                </a:solidFill>
                <a:latin typeface="Noto Sans JP"/>
                <a:ea typeface="Noto Sans JP"/>
                <a:cs typeface="Noto Sans JP"/>
              </a:rPr>
              <a:t>コピー → 貼り付け → 送信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C28B6AE-E5D2-4350-8F32-7E6F91EF7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27622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750" b="1">
                <a:solidFill>
                  <a:srgbClr val="557279"/>
                </a:solidFill>
                <a:latin typeface="Noto Sans JP"/>
                <a:ea typeface="Noto Sans JP"/>
                <a:cs typeface="Noto Sans JP"/>
              </a:defRPr>
            </a:pPr>
            <a:r>
              <a:rPr sz="750" b="1">
                <a:solidFill>
                  <a:srgbClr val="557279"/>
                </a:solidFill>
                <a:latin typeface="Noto Sans JP"/>
                <a:ea typeface="Noto Sans JP"/>
                <a:cs typeface="Noto Sans JP"/>
              </a:rPr>
              <a:t>AI NORIKO STARTER KIT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3283D95-3AC9-422A-8AFD-BC38B1DD8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6467475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825" b="1">
                <a:solidFill>
                  <a:srgbClr val="63DFEF"/>
                </a:solidFill>
                <a:latin typeface="Noto Sans JP"/>
                <a:ea typeface="Noto Sans JP"/>
                <a:cs typeface="Noto Sans JP"/>
              </a:defRPr>
            </a:pPr>
            <a:r>
              <a:rPr sz="825" b="1">
                <a:solidFill>
                  <a:srgbClr val="63DFEF"/>
                </a:solidFill>
                <a:latin typeface="Noto Sans JP"/>
                <a:ea typeface="Noto Sans JP"/>
                <a:cs typeface="Noto Sans JP"/>
              </a:rP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1270952995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7F4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C173718-05E5-4AAF-B239-72FF88849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3429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138596"/>
                </a:solidFill>
                <a:latin typeface="Noto Sans JP"/>
                <a:ea typeface="Noto Sans JP"/>
                <a:cs typeface="Noto Sans JP"/>
              </a:defRPr>
            </a:pPr>
            <a:r>
              <a:rPr sz="975" b="1">
                <a:solidFill>
                  <a:srgbClr val="138596"/>
                </a:solidFill>
                <a:latin typeface="Noto Sans JP"/>
                <a:ea typeface="Noto Sans JP"/>
                <a:cs typeface="Noto Sans JP"/>
              </a:rPr>
              <a:t>02 / INSTALL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5A1BDDF-A25A-490F-BAF1-E903D7C2D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62000"/>
            <a:ext cx="10820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150" b="1">
                <a:solidFill>
                  <a:srgbClr val="07161C"/>
                </a:solidFill>
                <a:latin typeface="Noto Sans JP"/>
                <a:ea typeface="Noto Sans JP"/>
                <a:cs typeface="Noto Sans JP"/>
              </a:defRPr>
            </a:pPr>
            <a:r>
              <a:rPr sz="3150" b="1">
                <a:solidFill>
                  <a:srgbClr val="07161C"/>
                </a:solidFill>
                <a:latin typeface="Noto Sans JP"/>
                <a:ea typeface="Noto Sans JP"/>
                <a:cs typeface="Noto Sans JP"/>
              </a:rPr>
              <a:t>Codexが行う5つの確認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A797461-77C2-4397-87DE-F96971171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495425"/>
            <a:ext cx="10287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425" b="0">
                <a:solidFill>
                  <a:srgbClr val="607579"/>
                </a:solidFill>
                <a:latin typeface="Noto Sans JP"/>
                <a:ea typeface="Noto Sans JP"/>
                <a:cs typeface="Noto Sans JP"/>
              </a:defRPr>
            </a:pPr>
            <a:r>
              <a:rPr sz="1425" b="0">
                <a:solidFill>
                  <a:srgbClr val="607579"/>
                </a:solidFill>
                <a:latin typeface="Noto Sans JP"/>
                <a:ea typeface="Noto Sans JP"/>
                <a:cs typeface="Noto Sans JP"/>
              </a:rPr>
              <a:t>受講者は結果を待ち、操作が必要な時だけ対応します。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933D051-4ADE-49AC-9A19-5F38CECA9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85800" y="1971675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8D4CF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E58AB3A-F4A4-4868-83DA-7EB3ECA24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52700"/>
            <a:ext cx="1828800" cy="2247900"/>
          </a:xfrm>
          <a:prstGeom xmlns:a="http://schemas.openxmlformats.org/drawingml/2006/main" prst="roundRect">
            <a:avLst>
              <a:gd name="adj" fmla="val 41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D4C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6C163D6-D7CD-4DE8-8FFB-DA4D0A615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762250"/>
            <a:ext cx="476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75" b="1">
                <a:solidFill>
                  <a:srgbClr val="138596"/>
                </a:solidFill>
                <a:latin typeface="Noto Sans JP"/>
                <a:ea typeface="Noto Sans JP"/>
                <a:cs typeface="Noto Sans JP"/>
              </a:defRPr>
            </a:pPr>
            <a:r>
              <a:rPr sz="1275" b="1">
                <a:solidFill>
                  <a:srgbClr val="138596"/>
                </a:solidFill>
                <a:latin typeface="Noto Sans JP"/>
                <a:ea typeface="Noto Sans JP"/>
                <a:cs typeface="Noto Sans JP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7A7A12F-0E43-426A-B756-B52F1E315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314700"/>
            <a:ext cx="1409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07161C"/>
                </a:solidFill>
                <a:latin typeface="Noto Sans JP"/>
                <a:ea typeface="Noto Sans JP"/>
                <a:cs typeface="Noto Sans JP"/>
              </a:defRPr>
            </a:pPr>
            <a:r>
              <a:rPr sz="1650" b="1">
                <a:solidFill>
                  <a:srgbClr val="07161C"/>
                </a:solidFill>
                <a:latin typeface="Noto Sans JP"/>
                <a:ea typeface="Noto Sans JP"/>
                <a:cs typeface="Noto Sans JP"/>
              </a:rPr>
              <a:t>npm install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34FE63D-5E9D-43E6-8599-2755F7907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905250"/>
            <a:ext cx="14097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607579"/>
                </a:solidFill>
                <a:latin typeface="Noto Sans JP"/>
                <a:ea typeface="Noto Sans JP"/>
                <a:cs typeface="Noto Sans JP"/>
              </a:defRPr>
            </a:pPr>
            <a:r>
              <a:rPr sz="1200" b="0">
                <a:solidFill>
                  <a:srgbClr val="607579"/>
                </a:solidFill>
                <a:latin typeface="Noto Sans JP"/>
                <a:ea typeface="Noto Sans JP"/>
                <a:cs typeface="Noto Sans JP"/>
              </a:rPr>
              <a:t>必要な部品を準備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387D63C-DDA4-4F44-A7A2-DC5542F08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2552700"/>
            <a:ext cx="1828800" cy="2247900"/>
          </a:xfrm>
          <a:prstGeom xmlns:a="http://schemas.openxmlformats.org/drawingml/2006/main" prst="roundRect">
            <a:avLst>
              <a:gd name="adj" fmla="val 41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D4C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E35CC2A-0D87-4D9C-838D-1FDF9F047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62250"/>
            <a:ext cx="476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75" b="1">
                <a:solidFill>
                  <a:srgbClr val="138596"/>
                </a:solidFill>
                <a:latin typeface="Noto Sans JP"/>
                <a:ea typeface="Noto Sans JP"/>
                <a:cs typeface="Noto Sans JP"/>
              </a:defRPr>
            </a:pPr>
            <a:r>
              <a:rPr sz="1275" b="1">
                <a:solidFill>
                  <a:srgbClr val="138596"/>
                </a:solidFill>
                <a:latin typeface="Noto Sans JP"/>
                <a:ea typeface="Noto Sans JP"/>
                <a:cs typeface="Noto Sans JP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14259FD-CA9D-4F30-9EB0-A118A2E3A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314700"/>
            <a:ext cx="1409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07161C"/>
                </a:solidFill>
                <a:latin typeface="Noto Sans JP"/>
                <a:ea typeface="Noto Sans JP"/>
                <a:cs typeface="Noto Sans JP"/>
              </a:defRPr>
            </a:pPr>
            <a:r>
              <a:rPr sz="1650" b="1">
                <a:solidFill>
                  <a:srgbClr val="07161C"/>
                </a:solidFill>
                <a:latin typeface="Noto Sans JP"/>
                <a:ea typeface="Noto Sans JP"/>
                <a:cs typeface="Noto Sans JP"/>
              </a:rPr>
              <a:t>doctor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50E2656-0CC3-4CDE-B06D-AEDE670DE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905250"/>
            <a:ext cx="14097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607579"/>
                </a:solidFill>
                <a:latin typeface="Noto Sans JP"/>
                <a:ea typeface="Noto Sans JP"/>
                <a:cs typeface="Noto Sans JP"/>
              </a:defRPr>
            </a:pPr>
            <a:r>
              <a:rPr sz="1200" b="0">
                <a:solidFill>
                  <a:srgbClr val="607579"/>
                </a:solidFill>
                <a:latin typeface="Noto Sans JP"/>
                <a:ea typeface="Noto Sans JP"/>
                <a:cs typeface="Noto Sans JP"/>
              </a:rPr>
              <a:t>環境を診断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B1664E7-3A80-4EBF-9B7A-876591B3B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2552700"/>
            <a:ext cx="1828800" cy="2247900"/>
          </a:xfrm>
          <a:prstGeom xmlns:a="http://schemas.openxmlformats.org/drawingml/2006/main" prst="roundRect">
            <a:avLst>
              <a:gd name="adj" fmla="val 41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D4C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B2AC711-71BF-4F9A-8348-811DE503A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2762250"/>
            <a:ext cx="476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75" b="1">
                <a:solidFill>
                  <a:srgbClr val="138596"/>
                </a:solidFill>
                <a:latin typeface="Noto Sans JP"/>
                <a:ea typeface="Noto Sans JP"/>
                <a:cs typeface="Noto Sans JP"/>
              </a:defRPr>
            </a:pPr>
            <a:r>
              <a:rPr sz="1275" b="1">
                <a:solidFill>
                  <a:srgbClr val="138596"/>
                </a:solidFill>
                <a:latin typeface="Noto Sans JP"/>
                <a:ea typeface="Noto Sans JP"/>
                <a:cs typeface="Noto Sans JP"/>
              </a:rP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EE25AA7-487F-4EEB-BB92-95A951C4D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3314700"/>
            <a:ext cx="1409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07161C"/>
                </a:solidFill>
                <a:latin typeface="Noto Sans JP"/>
                <a:ea typeface="Noto Sans JP"/>
                <a:cs typeface="Noto Sans JP"/>
              </a:defRPr>
            </a:pPr>
            <a:r>
              <a:rPr sz="1650" b="1">
                <a:solidFill>
                  <a:srgbClr val="07161C"/>
                </a:solidFill>
                <a:latin typeface="Noto Sans JP"/>
                <a:ea typeface="Noto Sans JP"/>
                <a:cs typeface="Noto Sans JP"/>
              </a:rPr>
              <a:t>check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EAF3255-C100-4332-91A6-7CE914268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3905250"/>
            <a:ext cx="14097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607579"/>
                </a:solidFill>
                <a:latin typeface="Noto Sans JP"/>
                <a:ea typeface="Noto Sans JP"/>
                <a:cs typeface="Noto Sans JP"/>
              </a:defRPr>
            </a:pPr>
            <a:r>
              <a:rPr sz="1200" b="0">
                <a:solidFill>
                  <a:srgbClr val="607579"/>
                </a:solidFill>
                <a:latin typeface="Noto Sans JP"/>
                <a:ea typeface="Noto Sans JP"/>
                <a:cs typeface="Noto Sans JP"/>
              </a:rPr>
              <a:t>型の問題を確認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30C0A1D-7E7A-45AF-B729-CED95E876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552700"/>
            <a:ext cx="1828800" cy="2247900"/>
          </a:xfrm>
          <a:prstGeom xmlns:a="http://schemas.openxmlformats.org/drawingml/2006/main" prst="roundRect">
            <a:avLst>
              <a:gd name="adj" fmla="val 41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D4C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07DB3F6-C04B-492B-8EB7-57AC7DE23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762250"/>
            <a:ext cx="476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75" b="1">
                <a:solidFill>
                  <a:srgbClr val="138596"/>
                </a:solidFill>
                <a:latin typeface="Noto Sans JP"/>
                <a:ea typeface="Noto Sans JP"/>
                <a:cs typeface="Noto Sans JP"/>
              </a:defRPr>
            </a:pPr>
            <a:r>
              <a:rPr sz="1275" b="1">
                <a:solidFill>
                  <a:srgbClr val="138596"/>
                </a:solidFill>
                <a:latin typeface="Noto Sans JP"/>
                <a:ea typeface="Noto Sans JP"/>
                <a:cs typeface="Noto Sans JP"/>
              </a:rPr>
              <a:t>04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EF043A8-3AD3-4288-8EEE-5333D159B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314700"/>
            <a:ext cx="1409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07161C"/>
                </a:solidFill>
                <a:latin typeface="Noto Sans JP"/>
                <a:ea typeface="Noto Sans JP"/>
                <a:cs typeface="Noto Sans JP"/>
              </a:defRPr>
            </a:pPr>
            <a:r>
              <a:rPr sz="1650" b="1">
                <a:solidFill>
                  <a:srgbClr val="07161C"/>
                </a:solidFill>
                <a:latin typeface="Noto Sans JP"/>
                <a:ea typeface="Noto Sans JP"/>
                <a:cs typeface="Noto Sans JP"/>
              </a:rPr>
              <a:t>build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1366E98-D2D2-4EE9-AFB1-8F14EFD2D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905250"/>
            <a:ext cx="14097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607579"/>
                </a:solidFill>
                <a:latin typeface="Noto Sans JP"/>
                <a:ea typeface="Noto Sans JP"/>
                <a:cs typeface="Noto Sans JP"/>
              </a:defRPr>
            </a:pPr>
            <a:r>
              <a:rPr sz="1200" b="0">
                <a:solidFill>
                  <a:srgbClr val="607579"/>
                </a:solidFill>
                <a:latin typeface="Noto Sans JP"/>
                <a:ea typeface="Noto Sans JP"/>
                <a:cs typeface="Noto Sans JP"/>
              </a:rPr>
              <a:t>アプリを組み立て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D54702A-A3FE-4A51-953B-843920F54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552700"/>
            <a:ext cx="1828800" cy="2247900"/>
          </a:xfrm>
          <a:prstGeom xmlns:a="http://schemas.openxmlformats.org/drawingml/2006/main" prst="roundRect">
            <a:avLst>
              <a:gd name="adj" fmla="val 4167"/>
            </a:avLst>
          </a:prstGeom>
          <a:solidFill xmlns:a="http://schemas.openxmlformats.org/drawingml/2006/main">
            <a:srgbClr val="FFF3D9"/>
          </a:solidFill>
          <a:ln xmlns:a="http://schemas.openxmlformats.org/drawingml/2006/main" w="9525">
            <a:solidFill>
              <a:srgbClr val="E0BE74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D016F09-9F09-481E-8012-7C7A7BA94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2762250"/>
            <a:ext cx="476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75" b="1">
                <a:solidFill>
                  <a:srgbClr val="138596"/>
                </a:solidFill>
                <a:latin typeface="Noto Sans JP"/>
                <a:ea typeface="Noto Sans JP"/>
                <a:cs typeface="Noto Sans JP"/>
              </a:defRPr>
            </a:pPr>
            <a:r>
              <a:rPr sz="1275" b="1">
                <a:solidFill>
                  <a:srgbClr val="138596"/>
                </a:solidFill>
                <a:latin typeface="Noto Sans JP"/>
                <a:ea typeface="Noto Sans JP"/>
                <a:cs typeface="Noto Sans JP"/>
              </a:rPr>
              <a:t>05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4A520DD-9455-4993-8CAD-1DD76003A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3314700"/>
            <a:ext cx="1409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07161C"/>
                </a:solidFill>
                <a:latin typeface="Noto Sans JP"/>
                <a:ea typeface="Noto Sans JP"/>
                <a:cs typeface="Noto Sans JP"/>
              </a:defRPr>
            </a:pPr>
            <a:r>
              <a:rPr sz="1650" b="1">
                <a:solidFill>
                  <a:srgbClr val="07161C"/>
                </a:solidFill>
                <a:latin typeface="Noto Sans JP"/>
                <a:ea typeface="Noto Sans JP"/>
                <a:cs typeface="Noto Sans JP"/>
              </a:rPr>
              <a:t>smoke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6E5A774-7523-4ECA-8009-F6EF2E0AD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3905250"/>
            <a:ext cx="14097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607579"/>
                </a:solidFill>
                <a:latin typeface="Noto Sans JP"/>
                <a:ea typeface="Noto Sans JP"/>
                <a:cs typeface="Noto Sans JP"/>
              </a:defRPr>
            </a:pPr>
            <a:r>
              <a:rPr sz="1200" b="0">
                <a:solidFill>
                  <a:srgbClr val="607579"/>
                </a:solidFill>
                <a:latin typeface="Noto Sans JP"/>
                <a:ea typeface="Noto Sans JP"/>
                <a:cs typeface="Noto Sans JP"/>
              </a:rPr>
              <a:t>基本構造を検査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0789683-B85C-4B35-9A25-AE92F514D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381625"/>
            <a:ext cx="10058400" cy="438150"/>
          </a:xfrm>
          <a:prstGeom xmlns:a="http://schemas.openxmlformats.org/drawingml/2006/main" prst="roundRect">
            <a:avLst>
              <a:gd name="adj" fmla="val 15217"/>
            </a:avLst>
          </a:prstGeom>
          <a:solidFill xmlns:a="http://schemas.openxmlformats.org/drawingml/2006/main">
            <a:srgbClr val="07161C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425" b="1">
                <a:solidFill>
                  <a:srgbClr val="EAF7F8"/>
                </a:solidFill>
                <a:latin typeface="Noto Sans JP"/>
                <a:ea typeface="Noto Sans JP"/>
                <a:cs typeface="Noto Sans JP"/>
              </a:defRPr>
            </a:pPr>
            <a:r>
              <a:rPr sz="1425" b="1">
                <a:solidFill>
                  <a:srgbClr val="EAF7F8"/>
                </a:solidFill>
                <a:latin typeface="Noto Sans JP"/>
                <a:ea typeface="Noto Sans JP"/>
                <a:cs typeface="Noto Sans JP"/>
              </a:rPr>
              <a:t>必須エラーを確認。任意連携の未設定と、Windows実機の未確認を区別します。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01F5BF6-5185-4AF0-9839-DC4AD6293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27622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750" b="1">
                <a:solidFill>
                  <a:srgbClr val="7C908E"/>
                </a:solidFill>
                <a:latin typeface="Noto Sans JP"/>
                <a:ea typeface="Noto Sans JP"/>
                <a:cs typeface="Noto Sans JP"/>
              </a:defRPr>
            </a:pPr>
            <a:r>
              <a:rPr sz="750" b="1">
                <a:solidFill>
                  <a:srgbClr val="7C908E"/>
                </a:solidFill>
                <a:latin typeface="Noto Sans JP"/>
                <a:ea typeface="Noto Sans JP"/>
                <a:cs typeface="Noto Sans JP"/>
              </a:rPr>
              <a:t>AI NORIKO STARTER KIT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51AAB52-7409-4E74-B8D5-B3EFB896C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6467475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825" b="1">
                <a:solidFill>
                  <a:srgbClr val="138596"/>
                </a:solidFill>
                <a:latin typeface="Noto Sans JP"/>
                <a:ea typeface="Noto Sans JP"/>
                <a:cs typeface="Noto Sans JP"/>
              </a:defRPr>
            </a:pPr>
            <a:r>
              <a:rPr sz="825" b="1">
                <a:solidFill>
                  <a:srgbClr val="138596"/>
                </a:solidFill>
                <a:latin typeface="Noto Sans JP"/>
                <a:ea typeface="Noto Sans JP"/>
                <a:cs typeface="Noto Sans JP"/>
              </a:rPr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1209330807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07161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CE2A3B5-2CEE-4561-9E64-C64F51A1C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3429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63DFEF"/>
                </a:solidFill>
                <a:latin typeface="Noto Sans JP"/>
                <a:ea typeface="Noto Sans JP"/>
                <a:cs typeface="Noto Sans JP"/>
              </a:defRPr>
            </a:pPr>
            <a:r>
              <a:rPr sz="975" b="1">
                <a:solidFill>
                  <a:srgbClr val="63DFEF"/>
                </a:solidFill>
                <a:latin typeface="Noto Sans JP"/>
                <a:ea typeface="Noto Sans JP"/>
                <a:cs typeface="Noto Sans JP"/>
              </a:rPr>
              <a:t>02 / INSTALL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E8F7150-8277-4468-A3B2-F303F62A6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62000"/>
            <a:ext cx="10820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150" b="1">
                <a:solidFill>
                  <a:srgbClr val="EAF7F8"/>
                </a:solidFill>
                <a:latin typeface="Noto Sans JP"/>
                <a:ea typeface="Noto Sans JP"/>
                <a:cs typeface="Noto Sans JP"/>
              </a:defRPr>
            </a:pPr>
            <a:r>
              <a:rPr sz="3150" b="1">
                <a:solidFill>
                  <a:srgbClr val="EAF7F8"/>
                </a:solidFill>
                <a:latin typeface="Noto Sans JP"/>
                <a:ea typeface="Noto Sans JP"/>
                <a:cs typeface="Noto Sans JP"/>
              </a:rPr>
              <a:t>自分のOSに合う起動ファイルを選ぶ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5DE8906-A995-451D-B68B-FE144EADC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495425"/>
            <a:ext cx="10287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425" b="0">
                <a:solidFill>
                  <a:srgbClr val="8FA8AD"/>
                </a:solidFill>
                <a:latin typeface="Noto Sans JP"/>
                <a:ea typeface="Noto Sans JP"/>
                <a:cs typeface="Noto Sans JP"/>
              </a:defRPr>
            </a:pPr>
            <a:r>
              <a:rPr sz="1425" b="0">
                <a:solidFill>
                  <a:srgbClr val="8FA8AD"/>
                </a:solidFill>
                <a:latin typeface="Noto Sans JP"/>
                <a:ea typeface="Noto Sans JP"/>
                <a:cs typeface="Noto Sans JP"/>
              </a:rPr>
              <a:t>本キットは開発用起動。常駐アプリ化はP18の追加開発です。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8DDEF0D-94C5-4CA2-BDCE-72A9AB623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85800" y="1971675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34149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DAC6CF9-63D7-45C2-84B8-6F815ED15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514600"/>
            <a:ext cx="4857750" cy="2571750"/>
          </a:xfrm>
          <a:prstGeom xmlns:a="http://schemas.openxmlformats.org/drawingml/2006/main" prst="roundRect">
            <a:avLst>
              <a:gd name="adj" fmla="val 3704"/>
            </a:avLst>
          </a:prstGeom>
          <a:solidFill xmlns:a="http://schemas.openxmlformats.org/drawingml/2006/main">
            <a:srgbClr val="0B2730"/>
          </a:solidFill>
          <a:ln xmlns:a="http://schemas.openxmlformats.org/drawingml/2006/main" w="9525">
            <a:solidFill>
              <a:srgbClr val="2A5B66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AD5BE45-F458-4DC2-AE1E-2C6F98BDAC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762250"/>
            <a:ext cx="1524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250" b="1">
                <a:solidFill>
                  <a:srgbClr val="63DFEF"/>
                </a:solidFill>
                <a:latin typeface="Noto Sans JP"/>
                <a:ea typeface="Noto Sans JP"/>
                <a:cs typeface="Noto Sans JP"/>
              </a:defRPr>
            </a:pPr>
            <a:r>
              <a:rPr sz="2250" b="1">
                <a:solidFill>
                  <a:srgbClr val="63DFEF"/>
                </a:solidFill>
                <a:latin typeface="Noto Sans JP"/>
                <a:ea typeface="Noto Sans JP"/>
                <a:cs typeface="Noto Sans JP"/>
              </a:rPr>
              <a:t>Mac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68B14C7-8792-47C0-A904-A2B5B4869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457575"/>
            <a:ext cx="4095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75" b="1">
                <a:solidFill>
                  <a:srgbClr val="EAF7F8"/>
                </a:solidFill>
                <a:latin typeface="Noto Sans JP"/>
                <a:ea typeface="Noto Sans JP"/>
                <a:cs typeface="Noto Sans JP"/>
              </a:defRPr>
            </a:pPr>
            <a:r>
              <a:rPr sz="1875" b="1">
                <a:solidFill>
                  <a:srgbClr val="EAF7F8"/>
                </a:solidFill>
                <a:latin typeface="Noto Sans JP"/>
                <a:ea typeface="Noto Sans JP"/>
                <a:cs typeface="Noto Sans JP"/>
              </a:rPr>
              <a:t>START-MAC.command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8A30042-694D-4803-AF32-75D14CDEA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143375"/>
            <a:ext cx="3810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8FA8AD"/>
                </a:solidFill>
                <a:latin typeface="Noto Sans JP"/>
                <a:ea typeface="Noto Sans JP"/>
                <a:cs typeface="Noto Sans JP"/>
              </a:defRPr>
            </a:pPr>
            <a:r>
              <a:rPr sz="1350" b="0">
                <a:solidFill>
                  <a:srgbClr val="8FA8AD"/>
                </a:solidFill>
                <a:latin typeface="Noto Sans JP"/>
                <a:ea typeface="Noto Sans JP"/>
                <a:cs typeface="Noto Sans JP"/>
              </a:rPr>
              <a:t>ダブルクリックして起動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5F2043E-35B3-4606-B735-AF568ADAD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514600"/>
            <a:ext cx="4857750" cy="2571750"/>
          </a:xfrm>
          <a:prstGeom xmlns:a="http://schemas.openxmlformats.org/drawingml/2006/main" prst="roundRect">
            <a:avLst>
              <a:gd name="adj" fmla="val 3704"/>
            </a:avLst>
          </a:prstGeom>
          <a:solidFill xmlns:a="http://schemas.openxmlformats.org/drawingml/2006/main">
            <a:srgbClr val="0B2730"/>
          </a:solidFill>
          <a:ln xmlns:a="http://schemas.openxmlformats.org/drawingml/2006/main" w="9525">
            <a:solidFill>
              <a:srgbClr val="2A5B66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B14C05A-CEF8-4013-A293-1839A0264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762250"/>
            <a:ext cx="209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250" b="1">
                <a:solidFill>
                  <a:srgbClr val="E4BC72"/>
                </a:solidFill>
                <a:latin typeface="Noto Sans JP"/>
                <a:ea typeface="Noto Sans JP"/>
                <a:cs typeface="Noto Sans JP"/>
              </a:defRPr>
            </a:pPr>
            <a:r>
              <a:rPr sz="2250" b="1">
                <a:solidFill>
                  <a:srgbClr val="E4BC72"/>
                </a:solidFill>
                <a:latin typeface="Noto Sans JP"/>
                <a:ea typeface="Noto Sans JP"/>
                <a:cs typeface="Noto Sans JP"/>
              </a:rPr>
              <a:t>Windows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41B119D-3309-4146-8141-FBA31B832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3457575"/>
            <a:ext cx="4095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75" b="1">
                <a:solidFill>
                  <a:srgbClr val="EAF7F8"/>
                </a:solidFill>
                <a:latin typeface="Noto Sans JP"/>
                <a:ea typeface="Noto Sans JP"/>
                <a:cs typeface="Noto Sans JP"/>
              </a:defRPr>
            </a:pPr>
            <a:r>
              <a:rPr sz="1875" b="1">
                <a:solidFill>
                  <a:srgbClr val="EAF7F8"/>
                </a:solidFill>
                <a:latin typeface="Noto Sans JP"/>
                <a:ea typeface="Noto Sans JP"/>
                <a:cs typeface="Noto Sans JP"/>
              </a:rPr>
              <a:t>START-WINDOWS.bat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22E754C-3A3C-4E6D-BAC8-A90D46721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4143375"/>
            <a:ext cx="3810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8FA8AD"/>
                </a:solidFill>
                <a:latin typeface="Noto Sans JP"/>
                <a:ea typeface="Noto Sans JP"/>
                <a:cs typeface="Noto Sans JP"/>
              </a:defRPr>
            </a:pPr>
            <a:r>
              <a:rPr sz="1350" b="0">
                <a:solidFill>
                  <a:srgbClr val="8FA8AD"/>
                </a:solidFill>
                <a:latin typeface="Noto Sans JP"/>
                <a:ea typeface="Noto Sans JP"/>
                <a:cs typeface="Noto Sans JP"/>
              </a:rPr>
              <a:t>ダブルクリックして起動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5675238-00CE-4801-BC4D-0CE86471A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5572125"/>
            <a:ext cx="8191500" cy="40005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302719"/>
          </a:solidFill>
          <a:ln xmlns:a="http://schemas.openxmlformats.org/drawingml/2006/main" w="9525">
            <a:solidFill>
              <a:srgbClr val="7F6638"/>
            </a:solidFill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425" b="1">
                <a:solidFill>
                  <a:srgbClr val="E4BC72"/>
                </a:solidFill>
                <a:latin typeface="Noto Sans JP"/>
                <a:ea typeface="Noto Sans JP"/>
                <a:cs typeface="Noto Sans JP"/>
              </a:defRPr>
            </a:pPr>
            <a:r>
              <a:rPr sz="1425" b="1">
                <a:solidFill>
                  <a:srgbClr val="E4BC72"/>
                </a:solidFill>
                <a:latin typeface="Noto Sans JP"/>
                <a:ea typeface="Noto Sans JP"/>
                <a:cs typeface="Noto Sans JP"/>
              </a:rPr>
              <a:t>警告が出た場合は、内容を読まずに進めず講師へ確認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85E5A15-131E-4A0C-9C66-0302DBA020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27622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750" b="1">
                <a:solidFill>
                  <a:srgbClr val="557279"/>
                </a:solidFill>
                <a:latin typeface="Noto Sans JP"/>
                <a:ea typeface="Noto Sans JP"/>
                <a:cs typeface="Noto Sans JP"/>
              </a:defRPr>
            </a:pPr>
            <a:r>
              <a:rPr sz="750" b="1">
                <a:solidFill>
                  <a:srgbClr val="557279"/>
                </a:solidFill>
                <a:latin typeface="Noto Sans JP"/>
                <a:ea typeface="Noto Sans JP"/>
                <a:cs typeface="Noto Sans JP"/>
              </a:rPr>
              <a:t>AI NORIKO STARTER KIT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DF26C1D-85AA-4906-BFBC-ADB1DA29D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6467475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825" b="1">
                <a:solidFill>
                  <a:srgbClr val="63DFEF"/>
                </a:solidFill>
                <a:latin typeface="Noto Sans JP"/>
                <a:ea typeface="Noto Sans JP"/>
                <a:cs typeface="Noto Sans JP"/>
              </a:defRPr>
            </a:pPr>
            <a:r>
              <a:rPr sz="825" b="1">
                <a:solidFill>
                  <a:srgbClr val="63DFEF"/>
                </a:solidFill>
                <a:latin typeface="Noto Sans JP"/>
                <a:ea typeface="Noto Sans JP"/>
                <a:cs typeface="Noto Sans JP"/>
              </a:rPr>
              <a:t>16</a:t>
            </a:r>
          </a:p>
        </p:txBody>
      </p:sp>
    </p:spTree>
    <p:extLst>
      <p:ext uri="{BB962C8B-B14F-4D97-AF65-F5344CB8AC3E}">
        <p14:creationId xmlns:p14="http://schemas.microsoft.com/office/powerpoint/2010/main" val="31169284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7F4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F512384-D383-4090-B8B4-FF019046B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3429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138596"/>
                </a:solidFill>
                <a:latin typeface="Noto Sans JP"/>
                <a:ea typeface="Noto Sans JP"/>
                <a:cs typeface="Noto Sans JP"/>
              </a:defRPr>
            </a:pPr>
            <a:r>
              <a:rPr sz="975" b="1">
                <a:solidFill>
                  <a:srgbClr val="138596"/>
                </a:solidFill>
                <a:latin typeface="Noto Sans JP"/>
                <a:ea typeface="Noto Sans JP"/>
                <a:cs typeface="Noto Sans JP"/>
              </a:rPr>
              <a:t>03 / ONBOARDING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D459679-DEAF-40D4-9DFB-EDE065A27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62000"/>
            <a:ext cx="10820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150" b="1">
                <a:solidFill>
                  <a:srgbClr val="07161C"/>
                </a:solidFill>
                <a:latin typeface="Noto Sans JP"/>
                <a:ea typeface="Noto Sans JP"/>
                <a:cs typeface="Noto Sans JP"/>
              </a:defRPr>
            </a:pPr>
            <a:r>
              <a:rPr sz="3150" b="1">
                <a:solidFill>
                  <a:srgbClr val="07161C"/>
                </a:solidFill>
                <a:latin typeface="Noto Sans JP"/>
                <a:ea typeface="Noto Sans JP"/>
                <a:cs typeface="Noto Sans JP"/>
              </a:rPr>
              <a:t>最初に決めるのは4つ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D1FC950-7104-4E97-826D-16BC592A1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495425"/>
            <a:ext cx="10287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425" b="0">
                <a:solidFill>
                  <a:srgbClr val="607579"/>
                </a:solidFill>
                <a:latin typeface="Noto Sans JP"/>
                <a:ea typeface="Noto Sans JP"/>
                <a:cs typeface="Noto Sans JP"/>
              </a:defRPr>
            </a:pPr>
            <a:r>
              <a:rPr sz="1425" b="0">
                <a:solidFill>
                  <a:srgbClr val="607579"/>
                </a:solidFill>
                <a:latin typeface="Noto Sans JP"/>
                <a:ea typeface="Noto Sans JP"/>
                <a:cs typeface="Noto Sans JP"/>
              </a:rPr>
              <a:t>あとから変更できるので、迷いすぎなくて大丈夫です。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D2ACFC2-D11C-44AE-ACC1-25E91E16A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85800" y="1971675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8D4CF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D241C8D-A455-419A-BC00-7F32EDE68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00300"/>
            <a:ext cx="5105400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D4C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1D7053C-D5ED-4EDE-8F71-49CEDAD1E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00325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138596"/>
                </a:solidFill>
                <a:latin typeface="Noto Sans JP"/>
                <a:ea typeface="Noto Sans JP"/>
                <a:cs typeface="Noto Sans JP"/>
              </a:defRPr>
            </a:pPr>
            <a:r>
              <a:rPr sz="1200" b="1">
                <a:solidFill>
                  <a:srgbClr val="138596"/>
                </a:solidFill>
                <a:latin typeface="Noto Sans JP"/>
                <a:ea typeface="Noto Sans JP"/>
                <a:cs typeface="Noto Sans JP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9388898-2CED-40CA-8E94-C6867E924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2562225"/>
            <a:ext cx="26860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07161C"/>
                </a:solidFill>
                <a:latin typeface="Noto Sans JP"/>
                <a:ea typeface="Noto Sans JP"/>
                <a:cs typeface="Noto Sans JP"/>
              </a:defRPr>
            </a:pPr>
            <a:r>
              <a:rPr sz="1800" b="1">
                <a:solidFill>
                  <a:srgbClr val="07161C"/>
                </a:solidFill>
                <a:latin typeface="Noto Sans JP"/>
                <a:ea typeface="Noto Sans JP"/>
                <a:cs typeface="Noto Sans JP"/>
              </a:rPr>
              <a:t>あなたの呼び名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EE6D569-091B-419F-AFE9-0C8DBF59E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3028950"/>
            <a:ext cx="2686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607579"/>
                </a:solidFill>
                <a:latin typeface="Noto Sans JP"/>
                <a:ea typeface="Noto Sans JP"/>
                <a:cs typeface="Noto Sans JP"/>
              </a:defRPr>
            </a:pPr>
            <a:r>
              <a:rPr sz="1200" b="0">
                <a:solidFill>
                  <a:srgbClr val="607579"/>
                </a:solidFill>
                <a:latin typeface="Noto Sans JP"/>
                <a:ea typeface="Noto Sans JP"/>
                <a:cs typeface="Noto Sans JP"/>
              </a:rPr>
              <a:t>例：あなたのお名前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853807B-F29A-41AB-8245-DA0118CBF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400300"/>
            <a:ext cx="5105400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D4C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FE92F27-2396-4E9C-A071-B201C1378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600325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138596"/>
                </a:solidFill>
                <a:latin typeface="Noto Sans JP"/>
                <a:ea typeface="Noto Sans JP"/>
                <a:cs typeface="Noto Sans JP"/>
              </a:defRPr>
            </a:pPr>
            <a:r>
              <a:rPr sz="1200" b="1">
                <a:solidFill>
                  <a:srgbClr val="138596"/>
                </a:solidFill>
                <a:latin typeface="Noto Sans JP"/>
                <a:ea typeface="Noto Sans JP"/>
                <a:cs typeface="Noto Sans JP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783E34E-C5F5-4E67-844E-70AC67DBC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2562225"/>
            <a:ext cx="26860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07161C"/>
                </a:solidFill>
                <a:latin typeface="Noto Sans JP"/>
                <a:ea typeface="Noto Sans JP"/>
                <a:cs typeface="Noto Sans JP"/>
              </a:defRPr>
            </a:pPr>
            <a:r>
              <a:rPr sz="1800" b="1">
                <a:solidFill>
                  <a:srgbClr val="07161C"/>
                </a:solidFill>
                <a:latin typeface="Noto Sans JP"/>
                <a:ea typeface="Noto Sans JP"/>
                <a:cs typeface="Noto Sans JP"/>
              </a:rPr>
              <a:t>AI秘書の名前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CB5C6C4-6DD6-4AB0-90C3-46BBA01E8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3028950"/>
            <a:ext cx="2686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607579"/>
                </a:solidFill>
                <a:latin typeface="Noto Sans JP"/>
                <a:ea typeface="Noto Sans JP"/>
                <a:cs typeface="Noto Sans JP"/>
              </a:defRPr>
            </a:pPr>
            <a:r>
              <a:rPr sz="1200" b="0">
                <a:solidFill>
                  <a:srgbClr val="607579"/>
                </a:solidFill>
                <a:latin typeface="Noto Sans JP"/>
                <a:ea typeface="Noto Sans JP"/>
                <a:cs typeface="Noto Sans JP"/>
              </a:rPr>
              <a:t>例：NORIKO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1A9F228-6A8C-45BD-AA81-9949B00E0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810000"/>
            <a:ext cx="5105400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E6F6F5"/>
          </a:solidFill>
          <a:ln xmlns:a="http://schemas.openxmlformats.org/drawingml/2006/main" w="9525">
            <a:solidFill>
              <a:srgbClr val="C8D4C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481CBBB-1E56-40C0-B5FD-9BCE282A5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010025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138596"/>
                </a:solidFill>
                <a:latin typeface="Noto Sans JP"/>
                <a:ea typeface="Noto Sans JP"/>
                <a:cs typeface="Noto Sans JP"/>
              </a:defRPr>
            </a:pPr>
            <a:r>
              <a:rPr sz="1200" b="1">
                <a:solidFill>
                  <a:srgbClr val="138596"/>
                </a:solidFill>
                <a:latin typeface="Noto Sans JP"/>
                <a:ea typeface="Noto Sans JP"/>
                <a:cs typeface="Noto Sans JP"/>
              </a:rP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7D958FE-563D-4BDB-98F1-2DBF5F982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3971925"/>
            <a:ext cx="26860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07161C"/>
                </a:solidFill>
                <a:latin typeface="Noto Sans JP"/>
                <a:ea typeface="Noto Sans JP"/>
                <a:cs typeface="Noto Sans JP"/>
              </a:defRPr>
            </a:pPr>
            <a:r>
              <a:rPr sz="1800" b="1">
                <a:solidFill>
                  <a:srgbClr val="07161C"/>
                </a:solidFill>
                <a:latin typeface="Noto Sans JP"/>
                <a:ea typeface="Noto Sans JP"/>
                <a:cs typeface="Noto Sans JP"/>
              </a:rPr>
              <a:t>読み上げ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677FCAE-515A-4EF9-9399-AF2B02C7E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4438650"/>
            <a:ext cx="2686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607579"/>
                </a:solidFill>
                <a:latin typeface="Noto Sans JP"/>
                <a:ea typeface="Noto Sans JP"/>
                <a:cs typeface="Noto Sans JP"/>
              </a:defRPr>
            </a:pPr>
            <a:r>
              <a:rPr sz="1200" b="0">
                <a:solidFill>
                  <a:srgbClr val="607579"/>
                </a:solidFill>
                <a:latin typeface="Noto Sans JP"/>
                <a:ea typeface="Noto Sans JP"/>
                <a:cs typeface="Noto Sans JP"/>
              </a:rPr>
              <a:t>ON / OFF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CA781CD-6421-4123-9F9A-A73504750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810000"/>
            <a:ext cx="5105400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D4C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98233C4-E16E-40F1-BFA5-38F9671D5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4010025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138596"/>
                </a:solidFill>
                <a:latin typeface="Noto Sans JP"/>
                <a:ea typeface="Noto Sans JP"/>
                <a:cs typeface="Noto Sans JP"/>
              </a:defRPr>
            </a:pPr>
            <a:r>
              <a:rPr sz="1200" b="1">
                <a:solidFill>
                  <a:srgbClr val="138596"/>
                </a:solidFill>
                <a:latin typeface="Noto Sans JP"/>
                <a:ea typeface="Noto Sans JP"/>
                <a:cs typeface="Noto Sans JP"/>
              </a:rPr>
              <a:t>04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3F6C099-1750-4204-A2D3-6B9C718E2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3971925"/>
            <a:ext cx="26860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07161C"/>
                </a:solidFill>
                <a:latin typeface="Noto Sans JP"/>
                <a:ea typeface="Noto Sans JP"/>
                <a:cs typeface="Noto Sans JP"/>
              </a:defRPr>
            </a:pPr>
            <a:r>
              <a:rPr sz="1800" b="1">
                <a:solidFill>
                  <a:srgbClr val="07161C"/>
                </a:solidFill>
                <a:latin typeface="Noto Sans JP"/>
                <a:ea typeface="Noto Sans JP"/>
                <a:cs typeface="Noto Sans JP"/>
              </a:rPr>
              <a:t>朝の報告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0FCF8C8-1689-4A44-8BA9-153015061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4438650"/>
            <a:ext cx="2686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607579"/>
                </a:solidFill>
                <a:latin typeface="Noto Sans JP"/>
                <a:ea typeface="Noto Sans JP"/>
                <a:cs typeface="Noto Sans JP"/>
              </a:defRPr>
            </a:pPr>
            <a:r>
              <a:rPr sz="1200" b="0">
                <a:solidFill>
                  <a:srgbClr val="607579"/>
                </a:solidFill>
                <a:latin typeface="Noto Sans JP"/>
                <a:ea typeface="Noto Sans JP"/>
                <a:cs typeface="Noto Sans JP"/>
              </a:rPr>
              <a:t>必要 / 不要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FF19EFB-CC9A-40A1-9B73-82D0A2047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495925"/>
            <a:ext cx="9144000" cy="438150"/>
          </a:xfrm>
          <a:prstGeom xmlns:a="http://schemas.openxmlformats.org/drawingml/2006/main" prst="roundRect">
            <a:avLst>
              <a:gd name="adj" fmla="val 15217"/>
            </a:avLst>
          </a:prstGeom>
          <a:solidFill xmlns:a="http://schemas.openxmlformats.org/drawingml/2006/main">
            <a:srgbClr val="07161C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425" b="1">
                <a:solidFill>
                  <a:srgbClr val="63DFEF"/>
                </a:solidFill>
                <a:latin typeface="Noto Sans JP"/>
                <a:ea typeface="Noto Sans JP"/>
                <a:cs typeface="Noto Sans JP"/>
              </a:defRPr>
            </a:pPr>
            <a:r>
              <a:rPr sz="1425" b="1">
                <a:solidFill>
                  <a:srgbClr val="63DFEF"/>
                </a:solidFill>
                <a:latin typeface="Noto Sans JP"/>
                <a:ea typeface="Noto Sans JP"/>
                <a:cs typeface="Noto Sans JP"/>
              </a:rPr>
              <a:t>P02で個人設定。最初は読み上げOFF、売上管理は初期非表示。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15DF524-0C7B-47F2-B21F-DA5FE2CDB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27622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750" b="1">
                <a:solidFill>
                  <a:srgbClr val="7C908E"/>
                </a:solidFill>
                <a:latin typeface="Noto Sans JP"/>
                <a:ea typeface="Noto Sans JP"/>
                <a:cs typeface="Noto Sans JP"/>
              </a:defRPr>
            </a:pPr>
            <a:r>
              <a:rPr sz="750" b="1">
                <a:solidFill>
                  <a:srgbClr val="7C908E"/>
                </a:solidFill>
                <a:latin typeface="Noto Sans JP"/>
                <a:ea typeface="Noto Sans JP"/>
                <a:cs typeface="Noto Sans JP"/>
              </a:rPr>
              <a:t>AI NORIKO STARTER KIT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B573AEE-4A59-4372-8ABD-B5204FE0C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6467475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825" b="1">
                <a:solidFill>
                  <a:srgbClr val="138596"/>
                </a:solidFill>
                <a:latin typeface="Noto Sans JP"/>
                <a:ea typeface="Noto Sans JP"/>
                <a:cs typeface="Noto Sans JP"/>
              </a:defRPr>
            </a:pPr>
            <a:r>
              <a:rPr sz="825" b="1">
                <a:solidFill>
                  <a:srgbClr val="138596"/>
                </a:solidFill>
                <a:latin typeface="Noto Sans JP"/>
                <a:ea typeface="Noto Sans JP"/>
                <a:cs typeface="Noto Sans JP"/>
              </a:rPr>
              <a:t>17</a:t>
            </a:r>
          </a:p>
        </p:txBody>
      </p:sp>
    </p:spTree>
    <p:extLst>
      <p:ext uri="{BB962C8B-B14F-4D97-AF65-F5344CB8AC3E}">
        <p14:creationId xmlns:p14="http://schemas.microsoft.com/office/powerpoint/2010/main" val="1911692724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07161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053BBEF5-EF07-4F47-A17C-59C22D81D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3429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63DFEF"/>
                </a:solidFill>
                <a:latin typeface="Noto Sans JP"/>
                <a:ea typeface="Noto Sans JP"/>
                <a:cs typeface="Noto Sans JP"/>
              </a:defRPr>
            </a:pPr>
            <a:r>
              <a:rPr sz="975" b="1">
                <a:solidFill>
                  <a:srgbClr val="63DFEF"/>
                </a:solidFill>
                <a:latin typeface="Noto Sans JP"/>
                <a:ea typeface="Noto Sans JP"/>
                <a:cs typeface="Noto Sans JP"/>
              </a:rPr>
              <a:t>03 / SCREEN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CF7AFDE-56E1-4C45-9E9E-02D90DC79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62000"/>
            <a:ext cx="10820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150" b="1">
                <a:solidFill>
                  <a:srgbClr val="EAF7F8"/>
                </a:solidFill>
                <a:latin typeface="Noto Sans JP"/>
                <a:ea typeface="Noto Sans JP"/>
                <a:cs typeface="Noto Sans JP"/>
              </a:defRPr>
            </a:pPr>
            <a:r>
              <a:rPr sz="3150" b="1">
                <a:solidFill>
                  <a:srgbClr val="EAF7F8"/>
                </a:solidFill>
                <a:latin typeface="Noto Sans JP"/>
                <a:ea typeface="Noto Sans JP"/>
                <a:cs typeface="Noto Sans JP"/>
              </a:rPr>
              <a:t>初期画面はシンプル。売上は必要な人だけ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7C3E414-C6CC-4141-8945-3BF9B4C63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495425"/>
            <a:ext cx="10287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425" b="0">
                <a:solidFill>
                  <a:srgbClr val="8FA8AD"/>
                </a:solidFill>
                <a:latin typeface="Noto Sans JP"/>
                <a:ea typeface="Noto Sans JP"/>
                <a:cs typeface="Noto Sans JP"/>
              </a:defRPr>
            </a:pPr>
            <a:r>
              <a:rPr sz="1425" b="0">
                <a:solidFill>
                  <a:srgbClr val="8FA8AD"/>
                </a:solidFill>
                <a:latin typeface="Noto Sans JP"/>
                <a:ea typeface="Noto Sans JP"/>
                <a:cs typeface="Noto Sans JP"/>
              </a:rPr>
              <a:t>画面は構成イメージです。Google予定や会話は、必要な接続を設定して使います。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BC9C580-CD20-4CFB-B798-3F36E6A1C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85800" y="1971675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34149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3839E79-E160-4814-9018-128BAF609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05050"/>
            <a:ext cx="6819900" cy="3448050"/>
          </a:xfrm>
          <a:prstGeom xmlns:a="http://schemas.openxmlformats.org/drawingml/2006/main" prst="roundRect">
            <a:avLst>
              <a:gd name="adj" fmla="val 2486"/>
            </a:avLst>
          </a:prstGeom>
          <a:solidFill xmlns:a="http://schemas.openxmlformats.org/drawingml/2006/main">
            <a:srgbClr val="041015"/>
          </a:solidFill>
          <a:ln xmlns:a="http://schemas.openxmlformats.org/drawingml/2006/main" w="9525">
            <a:solidFill>
              <a:srgbClr val="27515B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7BD976A-45F6-496C-B299-D24D33FC7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05050"/>
            <a:ext cx="1571625" cy="3448050"/>
          </a:xfrm>
          <a:prstGeom xmlns:a="http://schemas.openxmlformats.org/drawingml/2006/main" prst="roundRect">
            <a:avLst>
              <a:gd name="adj" fmla="val 5455"/>
            </a:avLst>
          </a:prstGeom>
          <a:solidFill xmlns:a="http://schemas.openxmlformats.org/drawingml/2006/main">
            <a:srgbClr val="020A0D"/>
          </a:solidFill>
          <a:ln xmlns:a="http://schemas.openxmlformats.org/drawingml/2006/main" w="9525">
            <a:solidFill>
              <a:srgbClr val="27515B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B070017-6365-40A8-9691-1F0A1A5BD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571750"/>
            <a:ext cx="114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63DFEF"/>
                </a:solidFill>
                <a:latin typeface="Noto Sans JP"/>
                <a:ea typeface="Noto Sans JP"/>
                <a:cs typeface="Noto Sans JP"/>
              </a:defRPr>
            </a:pPr>
            <a:r>
              <a:rPr sz="1050" b="1">
                <a:solidFill>
                  <a:srgbClr val="63DFEF"/>
                </a:solidFill>
                <a:latin typeface="Noto Sans JP"/>
                <a:ea typeface="Noto Sans JP"/>
                <a:cs typeface="Noto Sans JP"/>
              </a:rPr>
              <a:t>N  AI NORIKO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C178287-8DBC-4870-AB0E-BFCCBB32C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105150"/>
            <a:ext cx="1143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63DFEF"/>
                </a:solidFill>
                <a:latin typeface="Noto Sans JP"/>
                <a:ea typeface="Noto Sans JP"/>
                <a:cs typeface="Noto Sans JP"/>
              </a:defRPr>
            </a:pPr>
            <a:r>
              <a:rPr sz="1050" b="1">
                <a:solidFill>
                  <a:srgbClr val="63DFEF"/>
                </a:solidFill>
                <a:latin typeface="Noto Sans JP"/>
                <a:ea typeface="Noto Sans JP"/>
                <a:cs typeface="Noto Sans JP"/>
              </a:rPr>
              <a:t>司令室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BD9CC8A-680E-486A-AD9E-DE5950C5E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457575"/>
            <a:ext cx="1143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050" b="0">
                <a:solidFill>
                  <a:srgbClr val="8FA8AD"/>
                </a:solidFill>
                <a:latin typeface="Noto Sans JP"/>
                <a:ea typeface="Noto Sans JP"/>
                <a:cs typeface="Noto Sans JP"/>
              </a:defRPr>
            </a:pPr>
            <a:r>
              <a:rPr sz="1050" b="0">
                <a:solidFill>
                  <a:srgbClr val="8FA8AD"/>
                </a:solidFill>
                <a:latin typeface="Noto Sans JP"/>
                <a:ea typeface="Noto Sans JP"/>
                <a:cs typeface="Noto Sans JP"/>
              </a:rPr>
              <a:t>予定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4304E93-BB2C-4D2A-8C93-468187329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810000"/>
            <a:ext cx="1143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050" b="0">
                <a:solidFill>
                  <a:srgbClr val="8FA8AD"/>
                </a:solidFill>
                <a:latin typeface="Noto Sans JP"/>
                <a:ea typeface="Noto Sans JP"/>
                <a:cs typeface="Noto Sans JP"/>
              </a:defRPr>
            </a:pPr>
            <a:r>
              <a:rPr sz="1050" b="0">
                <a:solidFill>
                  <a:srgbClr val="8FA8AD"/>
                </a:solidFill>
                <a:latin typeface="Noto Sans JP"/>
                <a:ea typeface="Noto Sans JP"/>
                <a:cs typeface="Noto Sans JP"/>
              </a:rPr>
              <a:t>今週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44487C0-66FE-40A9-AA18-1AE4323A1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162425"/>
            <a:ext cx="1143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050" b="0">
                <a:solidFill>
                  <a:srgbClr val="8FA8AD"/>
                </a:solidFill>
                <a:latin typeface="Noto Sans JP"/>
                <a:ea typeface="Noto Sans JP"/>
                <a:cs typeface="Noto Sans JP"/>
              </a:defRPr>
            </a:pPr>
            <a:r>
              <a:rPr sz="1050" b="0">
                <a:solidFill>
                  <a:srgbClr val="8FA8AD"/>
                </a:solidFill>
                <a:latin typeface="Noto Sans JP"/>
                <a:ea typeface="Noto Sans JP"/>
                <a:cs typeface="Noto Sans JP"/>
              </a:rPr>
              <a:t>タスク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C82A044-E291-4BCE-ABA3-D8B48D1B9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514850"/>
            <a:ext cx="1143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050" b="0">
                <a:solidFill>
                  <a:srgbClr val="8FA8AD"/>
                </a:solidFill>
                <a:latin typeface="Noto Sans JP"/>
                <a:ea typeface="Noto Sans JP"/>
                <a:cs typeface="Noto Sans JP"/>
              </a:defRPr>
            </a:pPr>
            <a:r>
              <a:rPr sz="1050" b="0">
                <a:solidFill>
                  <a:srgbClr val="8FA8AD"/>
                </a:solidFill>
                <a:latin typeface="Noto Sans JP"/>
                <a:ea typeface="Noto Sans JP"/>
                <a:cs typeface="Noto Sans JP"/>
              </a:rPr>
              <a:t>ライブ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7DA4EED-B42E-4EFF-B3C3-054907331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867275"/>
            <a:ext cx="1143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050" b="0">
                <a:solidFill>
                  <a:srgbClr val="8FA8AD"/>
                </a:solidFill>
                <a:latin typeface="Noto Sans JP"/>
                <a:ea typeface="Noto Sans JP"/>
                <a:cs typeface="Noto Sans JP"/>
              </a:defRPr>
            </a:pPr>
            <a:r>
              <a:rPr sz="1050" b="0">
                <a:solidFill>
                  <a:srgbClr val="8FA8AD"/>
                </a:solidFill>
                <a:latin typeface="Noto Sans JP"/>
                <a:ea typeface="Noto Sans JP"/>
                <a:cs typeface="Noto Sans JP"/>
              </a:rPr>
              <a:t>AI作業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7973C7D-7308-4167-9C97-DE0B88CA5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219700"/>
            <a:ext cx="1143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050" b="0">
                <a:solidFill>
                  <a:srgbClr val="8FA8AD"/>
                </a:solidFill>
                <a:latin typeface="Noto Sans JP"/>
                <a:ea typeface="Noto Sans JP"/>
                <a:cs typeface="Noto Sans JP"/>
              </a:defRPr>
            </a:pPr>
            <a:r>
              <a:rPr sz="1050" b="0">
                <a:solidFill>
                  <a:srgbClr val="8FA8AD"/>
                </a:solidFill>
                <a:latin typeface="Noto Sans JP"/>
                <a:ea typeface="Noto Sans JP"/>
                <a:cs typeface="Noto Sans JP"/>
              </a:rPr>
              <a:t>設定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9070476-CA28-4E79-BCBF-A87299E45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2647950"/>
            <a:ext cx="1809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63DFEF"/>
                </a:solidFill>
                <a:latin typeface="Noto Sans JP"/>
                <a:ea typeface="Noto Sans JP"/>
                <a:cs typeface="Noto Sans JP"/>
              </a:defRPr>
            </a:pPr>
            <a:r>
              <a:rPr sz="975" b="1">
                <a:solidFill>
                  <a:srgbClr val="63DFEF"/>
                </a:solidFill>
                <a:latin typeface="Noto Sans JP"/>
                <a:ea typeface="Noto Sans JP"/>
                <a:cs typeface="Noto Sans JP"/>
              </a:rPr>
              <a:t>会話欄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B996978-B0C3-4792-A008-DB67E8126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3048000"/>
            <a:ext cx="2190750" cy="1790700"/>
          </a:xfrm>
          <a:prstGeom xmlns:a="http://schemas.openxmlformats.org/drawingml/2006/main" prst="roundRect">
            <a:avLst>
              <a:gd name="adj" fmla="val 4255"/>
            </a:avLst>
          </a:prstGeom>
          <a:solidFill xmlns:a="http://schemas.openxmlformats.org/drawingml/2006/main">
            <a:srgbClr val="082129"/>
          </a:solidFill>
          <a:ln xmlns:a="http://schemas.openxmlformats.org/drawingml/2006/main" w="9525">
            <a:solidFill>
              <a:srgbClr val="2C6672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A63A3A7-0E47-4ED5-A02E-29330B3AB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3390900"/>
            <a:ext cx="590550" cy="5905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B313B"/>
          </a:solidFill>
          <a:ln xmlns:a="http://schemas.openxmlformats.org/drawingml/2006/main" w="9525">
            <a:solidFill>
              <a:srgbClr val="138596"/>
            </a:solidFill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250" b="1">
                <a:solidFill>
                  <a:srgbClr val="63DFEF"/>
                </a:solidFill>
                <a:latin typeface="Noto Sans JP"/>
                <a:ea typeface="Noto Sans JP"/>
                <a:cs typeface="Noto Sans JP"/>
              </a:defRPr>
            </a:pPr>
            <a:r>
              <a:rPr sz="2250" b="1">
                <a:solidFill>
                  <a:srgbClr val="63DFEF"/>
                </a:solidFill>
                <a:latin typeface="Noto Sans JP"/>
                <a:ea typeface="Noto Sans JP"/>
                <a:cs typeface="Noto Sans JP"/>
              </a:rPr>
              <a:t>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275BE6F-679A-41DD-A1F6-1C5E83EE7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4257675"/>
            <a:ext cx="1619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050" b="0">
                <a:solidFill>
                  <a:srgbClr val="8FA8AD"/>
                </a:solidFill>
                <a:latin typeface="Noto Sans JP"/>
                <a:ea typeface="Noto Sans JP"/>
                <a:cs typeface="Noto Sans JP"/>
              </a:defRPr>
            </a:pPr>
            <a:r>
              <a:rPr sz="1050" b="0">
                <a:solidFill>
                  <a:srgbClr val="8FA8AD"/>
                </a:solidFill>
                <a:latin typeface="Noto Sans JP"/>
                <a:ea typeface="Noto Sans JP"/>
                <a:cs typeface="Noto Sans JP"/>
              </a:rPr>
              <a:t>何を確認しますか？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D5EDFCE-2E26-4380-B120-E25E39E7A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2647950"/>
            <a:ext cx="1809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63DFEF"/>
                </a:solidFill>
                <a:latin typeface="Noto Sans JP"/>
                <a:ea typeface="Noto Sans JP"/>
                <a:cs typeface="Noto Sans JP"/>
              </a:defRPr>
            </a:pPr>
            <a:r>
              <a:rPr sz="975" b="1">
                <a:solidFill>
                  <a:srgbClr val="63DFEF"/>
                </a:solidFill>
                <a:latin typeface="Noto Sans JP"/>
                <a:ea typeface="Noto Sans JP"/>
                <a:cs typeface="Noto Sans JP"/>
              </a:rPr>
              <a:t>今日の情報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5DA5062-2E0F-4105-B8E6-5A902DED7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3048000"/>
            <a:ext cx="2114550" cy="552450"/>
          </a:xfrm>
          <a:prstGeom xmlns:a="http://schemas.openxmlformats.org/drawingml/2006/main" prst="roundRect">
            <a:avLst>
              <a:gd name="adj" fmla="val 8621"/>
            </a:avLst>
          </a:prstGeom>
          <a:solidFill xmlns:a="http://schemas.openxmlformats.org/drawingml/2006/main">
            <a:srgbClr val="082129"/>
          </a:solidFill>
          <a:ln xmlns:a="http://schemas.openxmlformats.org/drawingml/2006/main" w="9525">
            <a:solidFill>
              <a:srgbClr val="2C6672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77532BF-CC40-4EFA-BB49-B31BB9041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3133725"/>
            <a:ext cx="1066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900" b="1">
                <a:solidFill>
                  <a:srgbClr val="8FA8AD"/>
                </a:solidFill>
                <a:latin typeface="Noto Sans JP"/>
                <a:ea typeface="Noto Sans JP"/>
                <a:cs typeface="Noto Sans JP"/>
              </a:defRPr>
            </a:pPr>
            <a:r>
              <a:rPr sz="900" b="1">
                <a:solidFill>
                  <a:srgbClr val="8FA8AD"/>
                </a:solidFill>
                <a:latin typeface="Noto Sans JP"/>
                <a:ea typeface="Noto Sans JP"/>
                <a:cs typeface="Noto Sans JP"/>
              </a:rPr>
              <a:t>タスク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498EC1F-3CC2-4682-98D4-2EE6839504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3133725"/>
            <a:ext cx="400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725" b="1">
                <a:solidFill>
                  <a:srgbClr val="EAF7F8"/>
                </a:solidFill>
                <a:latin typeface="Noto Sans JP"/>
                <a:ea typeface="Noto Sans JP"/>
                <a:cs typeface="Noto Sans JP"/>
              </a:defRPr>
            </a:pPr>
            <a:r>
              <a:rPr sz="1725" b="1">
                <a:solidFill>
                  <a:srgbClr val="EAF7F8"/>
                </a:solidFill>
                <a:latin typeface="Noto Sans JP"/>
                <a:ea typeface="Noto Sans JP"/>
                <a:cs typeface="Noto Sans JP"/>
              </a:rPr>
              <a:t>3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01BEE87-5386-4704-8262-FC0951BEB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3790950"/>
            <a:ext cx="2114550" cy="552450"/>
          </a:xfrm>
          <a:prstGeom xmlns:a="http://schemas.openxmlformats.org/drawingml/2006/main" prst="roundRect">
            <a:avLst>
              <a:gd name="adj" fmla="val 8621"/>
            </a:avLst>
          </a:prstGeom>
          <a:solidFill xmlns:a="http://schemas.openxmlformats.org/drawingml/2006/main">
            <a:srgbClr val="082129"/>
          </a:solidFill>
          <a:ln xmlns:a="http://schemas.openxmlformats.org/drawingml/2006/main" w="9525">
            <a:solidFill>
              <a:srgbClr val="2C6672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419C840-33F3-450D-A667-EAE0E8A28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3876675"/>
            <a:ext cx="1066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900" b="1">
                <a:solidFill>
                  <a:srgbClr val="8FA8AD"/>
                </a:solidFill>
                <a:latin typeface="Noto Sans JP"/>
                <a:ea typeface="Noto Sans JP"/>
                <a:cs typeface="Noto Sans JP"/>
              </a:defRPr>
            </a:pPr>
            <a:r>
              <a:rPr sz="900" b="1">
                <a:solidFill>
                  <a:srgbClr val="8FA8AD"/>
                </a:solidFill>
                <a:latin typeface="Noto Sans JP"/>
                <a:ea typeface="Noto Sans JP"/>
                <a:cs typeface="Noto Sans JP"/>
              </a:rPr>
              <a:t>予定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2C3BFE2-D8BC-4D7E-AB9E-174D9CB48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3876675"/>
            <a:ext cx="400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725" b="1">
                <a:solidFill>
                  <a:srgbClr val="EAF7F8"/>
                </a:solidFill>
                <a:latin typeface="Noto Sans JP"/>
                <a:ea typeface="Noto Sans JP"/>
                <a:cs typeface="Noto Sans JP"/>
              </a:defRPr>
            </a:pPr>
            <a:r>
              <a:rPr sz="1725" b="1">
                <a:solidFill>
                  <a:srgbClr val="EAF7F8"/>
                </a:solidFill>
                <a:latin typeface="Noto Sans JP"/>
                <a:ea typeface="Noto Sans JP"/>
                <a:cs typeface="Noto Sans JP"/>
              </a:rPr>
              <a:t>2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3629234-0B0E-4857-ADAA-E91998BE8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4533900"/>
            <a:ext cx="2114550" cy="552450"/>
          </a:xfrm>
          <a:prstGeom xmlns:a="http://schemas.openxmlformats.org/drawingml/2006/main" prst="roundRect">
            <a:avLst>
              <a:gd name="adj" fmla="val 8621"/>
            </a:avLst>
          </a:prstGeom>
          <a:solidFill xmlns:a="http://schemas.openxmlformats.org/drawingml/2006/main">
            <a:srgbClr val="082129"/>
          </a:solidFill>
          <a:ln xmlns:a="http://schemas.openxmlformats.org/drawingml/2006/main" w="9525">
            <a:solidFill>
              <a:srgbClr val="735F37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239E62D-7184-4105-8733-BA0335520B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4619625"/>
            <a:ext cx="1066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900" b="1">
                <a:solidFill>
                  <a:srgbClr val="E4BC72"/>
                </a:solidFill>
                <a:latin typeface="Noto Sans JP"/>
                <a:ea typeface="Noto Sans JP"/>
                <a:cs typeface="Noto Sans JP"/>
              </a:defRPr>
            </a:pPr>
            <a:r>
              <a:rPr sz="900" b="1">
                <a:solidFill>
                  <a:srgbClr val="E4BC72"/>
                </a:solidFill>
                <a:latin typeface="Noto Sans JP"/>
                <a:ea typeface="Noto Sans JP"/>
                <a:cs typeface="Noto Sans JP"/>
              </a:rPr>
              <a:t>ライブ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D92EE99-C476-4557-B2E3-F3C17B4E8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4619625"/>
            <a:ext cx="400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725" b="1">
                <a:solidFill>
                  <a:srgbClr val="EAF7F8"/>
                </a:solidFill>
                <a:latin typeface="Noto Sans JP"/>
                <a:ea typeface="Noto Sans JP"/>
                <a:cs typeface="Noto Sans JP"/>
              </a:defRPr>
            </a:pPr>
            <a:r>
              <a:rPr sz="1725" b="1">
                <a:solidFill>
                  <a:srgbClr val="EAF7F8"/>
                </a:solidFill>
                <a:latin typeface="Noto Sans JP"/>
                <a:ea typeface="Noto Sans JP"/>
                <a:cs typeface="Noto Sans JP"/>
              </a:rPr>
              <a:t>3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D5BEF4E-E9B2-49B6-9DAC-F8A42B902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381625"/>
            <a:ext cx="5810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80F2AD"/>
                </a:solidFill>
                <a:latin typeface="Noto Sans JP"/>
                <a:ea typeface="Noto Sans JP"/>
                <a:cs typeface="Noto Sans JP"/>
              </a:defRPr>
            </a:pPr>
            <a:r>
              <a:rPr sz="1050" b="1">
                <a:solidFill>
                  <a:srgbClr val="80F2AD"/>
                </a:solidFill>
                <a:latin typeface="Noto Sans JP"/>
                <a:ea typeface="Noto Sans JP"/>
                <a:cs typeface="Noto Sans JP"/>
              </a:rPr>
              <a:t>初期メニューに「売上」はありません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F9C317E-0879-4E26-9C97-23B7B056A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3571875"/>
            <a:ext cx="723900" cy="4953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E4BC72"/>
          </a:solidFill>
          <a:ln xmlns:a="http://schemas.openxmlformats.org/drawingml/2006/main" w="0">
            <a:noFill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132DADB-555C-45AE-9FFF-0DD69D849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2600325"/>
            <a:ext cx="2705100" cy="2609850"/>
          </a:xfrm>
          <a:prstGeom xmlns:a="http://schemas.openxmlformats.org/drawingml/2006/main" prst="roundRect">
            <a:avLst>
              <a:gd name="adj" fmla="val 3285"/>
            </a:avLst>
          </a:prstGeom>
          <a:solidFill xmlns:a="http://schemas.openxmlformats.org/drawingml/2006/main">
            <a:srgbClr val="10272E"/>
          </a:solidFill>
          <a:ln xmlns:a="http://schemas.openxmlformats.org/drawingml/2006/main" w="9525">
            <a:solidFill>
              <a:srgbClr val="7C693F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A514A9E-87A2-4DCE-8398-97B03D1030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85750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E4BC72"/>
                </a:solidFill>
                <a:latin typeface="Noto Sans JP"/>
                <a:ea typeface="Noto Sans JP"/>
                <a:cs typeface="Noto Sans JP"/>
              </a:defRPr>
            </a:pPr>
            <a:r>
              <a:rPr sz="1200" b="1">
                <a:solidFill>
                  <a:srgbClr val="E4BC72"/>
                </a:solidFill>
                <a:latin typeface="Noto Sans JP"/>
                <a:ea typeface="Noto Sans JP"/>
                <a:cs typeface="Noto Sans JP"/>
              </a:rPr>
              <a:t>設定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F353F61-82E5-4662-B2A9-35453D017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3276600"/>
            <a:ext cx="2000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75" b="1">
                <a:solidFill>
                  <a:srgbClr val="EAF7F8"/>
                </a:solidFill>
                <a:latin typeface="Noto Sans JP"/>
                <a:ea typeface="Noto Sans JP"/>
                <a:cs typeface="Noto Sans JP"/>
              </a:defRPr>
            </a:pPr>
            <a:r>
              <a:rPr sz="1875" b="1">
                <a:solidFill>
                  <a:srgbClr val="EAF7F8"/>
                </a:solidFill>
                <a:latin typeface="Noto Sans JP"/>
                <a:ea typeface="Noto Sans JP"/>
                <a:cs typeface="Noto Sans JP"/>
              </a:rPr>
              <a:t>機能を追加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BB196F6-48B7-4AA4-9932-9F84F5F71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3914775"/>
            <a:ext cx="2152650" cy="62865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172F35"/>
          </a:solidFill>
          <a:ln xmlns:a="http://schemas.openxmlformats.org/drawingml/2006/main" w="9525">
            <a:solidFill>
              <a:srgbClr val="806A3D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B26E841-8990-463A-9BD2-2BC8ED28F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4029075"/>
            <a:ext cx="1676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900" b="1">
                <a:solidFill>
                  <a:srgbClr val="EAF7F8"/>
                </a:solidFill>
                <a:latin typeface="Noto Sans JP"/>
                <a:ea typeface="Noto Sans JP"/>
                <a:cs typeface="Noto Sans JP"/>
              </a:defRPr>
            </a:pPr>
            <a:r>
              <a:rPr sz="900" b="1">
                <a:solidFill>
                  <a:srgbClr val="EAF7F8"/>
                </a:solidFill>
                <a:latin typeface="Noto Sans JP"/>
                <a:ea typeface="Noto Sans JP"/>
                <a:cs typeface="Noto Sans JP"/>
              </a:rPr>
              <a:t>売上管理（事業者向け）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060FF2FD-7797-4662-AFFF-4F9202C68A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9925" y="4067175"/>
            <a:ext cx="257175" cy="1524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4BC72"/>
          </a:solidFill>
          <a:ln xmlns:a="http://schemas.openxmlformats.org/drawingml/2006/main" w="0">
            <a:noFill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F9662937-084C-4724-8942-A70E95F39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408622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7161C"/>
          </a:solidFill>
          <a:ln xmlns:a="http://schemas.openxmlformats.org/drawingml/2006/main" w="0">
            <a:noFill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427076A5-C371-4512-AE87-057A87977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4695825"/>
            <a:ext cx="21526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975" b="0">
                <a:solidFill>
                  <a:srgbClr val="8FA8AD"/>
                </a:solidFill>
                <a:latin typeface="Noto Sans JP"/>
                <a:ea typeface="Noto Sans JP"/>
                <a:cs typeface="Noto Sans JP"/>
              </a:defRPr>
            </a:pPr>
            <a:r>
              <a:rPr sz="975" b="0">
                <a:solidFill>
                  <a:srgbClr val="8FA8AD"/>
                </a:solidFill>
                <a:latin typeface="Noto Sans JP"/>
                <a:ea typeface="Noto Sans JP"/>
                <a:cs typeface="Noto Sans JP"/>
              </a:rPr>
              <a:t>ONにすると、売上メニュー・CSV・日次／月次報告が追加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90B59294-A676-45AD-968D-6359D617D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27622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750" b="1">
                <a:solidFill>
                  <a:srgbClr val="557279"/>
                </a:solidFill>
                <a:latin typeface="Noto Sans JP"/>
                <a:ea typeface="Noto Sans JP"/>
                <a:cs typeface="Noto Sans JP"/>
              </a:defRPr>
            </a:pPr>
            <a:r>
              <a:rPr sz="750" b="1">
                <a:solidFill>
                  <a:srgbClr val="557279"/>
                </a:solidFill>
                <a:latin typeface="Noto Sans JP"/>
                <a:ea typeface="Noto Sans JP"/>
                <a:cs typeface="Noto Sans JP"/>
              </a:rPr>
              <a:t>AI NORIKO STARTER KIT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D350B355-7D82-4B54-909A-23D876ABB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6467475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825" b="1">
                <a:solidFill>
                  <a:srgbClr val="63DFEF"/>
                </a:solidFill>
                <a:latin typeface="Noto Sans JP"/>
                <a:ea typeface="Noto Sans JP"/>
                <a:cs typeface="Noto Sans JP"/>
              </a:defRPr>
            </a:pPr>
            <a:r>
              <a:rPr sz="825" b="1">
                <a:solidFill>
                  <a:srgbClr val="63DFEF"/>
                </a:solidFill>
                <a:latin typeface="Noto Sans JP"/>
                <a:ea typeface="Noto Sans JP"/>
                <a:cs typeface="Noto Sans JP"/>
              </a:rPr>
              <a:t>18</a:t>
            </a:r>
          </a:p>
        </p:txBody>
      </p:sp>
    </p:spTree>
    <p:extLst>
      <p:ext uri="{BB962C8B-B14F-4D97-AF65-F5344CB8AC3E}">
        <p14:creationId xmlns:p14="http://schemas.microsoft.com/office/powerpoint/2010/main" val="2044954035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7F4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5E19BDF-E3C6-406E-BDA7-E94564C44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3429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138596"/>
                </a:solidFill>
                <a:latin typeface="Noto Sans JP"/>
                <a:ea typeface="Noto Sans JP"/>
                <a:cs typeface="Noto Sans JP"/>
              </a:defRPr>
            </a:pPr>
            <a:r>
              <a:rPr sz="975" b="1">
                <a:solidFill>
                  <a:srgbClr val="138596"/>
                </a:solidFill>
                <a:latin typeface="Noto Sans JP"/>
                <a:ea typeface="Noto Sans JP"/>
                <a:cs typeface="Noto Sans JP"/>
              </a:rPr>
              <a:t>03 / TALK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A8EC7AC-92F6-4A87-A722-95A1E2F35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62000"/>
            <a:ext cx="10820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150" b="1">
                <a:solidFill>
                  <a:srgbClr val="07161C"/>
                </a:solidFill>
                <a:latin typeface="Noto Sans JP"/>
                <a:ea typeface="Noto Sans JP"/>
                <a:cs typeface="Noto Sans JP"/>
              </a:defRPr>
            </a:pPr>
            <a:r>
              <a:rPr sz="3150" b="1">
                <a:solidFill>
                  <a:srgbClr val="07161C"/>
                </a:solidFill>
                <a:latin typeface="Noto Sans JP"/>
                <a:ea typeface="Noto Sans JP"/>
                <a:cs typeface="Noto Sans JP"/>
              </a:rPr>
              <a:t>まず文字、必要な時だけ音声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2827F50-9B78-43F4-ADB5-86691053F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495425"/>
            <a:ext cx="10287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425" b="0">
                <a:solidFill>
                  <a:srgbClr val="607579"/>
                </a:solidFill>
                <a:latin typeface="Noto Sans JP"/>
                <a:ea typeface="Noto Sans JP"/>
                <a:cs typeface="Noto Sans JP"/>
              </a:defRPr>
            </a:pPr>
            <a:r>
              <a:rPr sz="1425" b="0">
                <a:solidFill>
                  <a:srgbClr val="607579"/>
                </a:solidFill>
                <a:latin typeface="Noto Sans JP"/>
                <a:ea typeface="Noto Sans JP"/>
                <a:cs typeface="Noto Sans JP"/>
              </a:rPr>
              <a:t>Fish Audioは読み上げ役。相談するAIの接続とは別です（P03・P08）。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DA7C10E-E523-4561-8A35-2E4A4B12E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85800" y="1971675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8D4CF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3CDA550-8FFA-45AF-B14C-5B88EA788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476500"/>
            <a:ext cx="4857750" cy="2667000"/>
          </a:xfrm>
          <a:prstGeom xmlns:a="http://schemas.openxmlformats.org/drawingml/2006/main" prst="roundRect">
            <a:avLst>
              <a:gd name="adj" fmla="val 35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D4C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DD24A28-EF09-4E71-BCB4-345B14158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72415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125" b="1">
                <a:solidFill>
                  <a:srgbClr val="138596"/>
                </a:solidFill>
                <a:latin typeface="Noto Sans JP"/>
                <a:ea typeface="Noto Sans JP"/>
                <a:cs typeface="Noto Sans JP"/>
              </a:defRPr>
            </a:pPr>
            <a:r>
              <a:rPr sz="1125" b="1">
                <a:solidFill>
                  <a:srgbClr val="138596"/>
                </a:solidFill>
                <a:latin typeface="Noto Sans JP"/>
                <a:ea typeface="Noto Sans JP"/>
                <a:cs typeface="Noto Sans JP"/>
              </a:rPr>
              <a:t>TEXT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3153143-4986-44F1-99EB-108CA4E60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257550"/>
            <a:ext cx="3905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325" b="1">
                <a:solidFill>
                  <a:srgbClr val="07161C"/>
                </a:solidFill>
                <a:latin typeface="Noto Sans JP"/>
                <a:ea typeface="Noto Sans JP"/>
                <a:cs typeface="Noto Sans JP"/>
              </a:defRPr>
            </a:pPr>
            <a:r>
              <a:rPr sz="2325" b="1">
                <a:solidFill>
                  <a:srgbClr val="07161C"/>
                </a:solidFill>
                <a:latin typeface="Noto Sans JP"/>
                <a:ea typeface="Noto Sans JP"/>
                <a:cs typeface="Noto Sans JP"/>
              </a:rPr>
              <a:t>画面で返答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A4F7C95-8A4B-4D42-9FF9-628602E04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943350"/>
            <a:ext cx="3810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425" b="0">
                <a:solidFill>
                  <a:srgbClr val="607579"/>
                </a:solidFill>
                <a:latin typeface="Noto Sans JP"/>
                <a:ea typeface="Noto Sans JP"/>
                <a:cs typeface="Noto Sans JP"/>
              </a:defRPr>
            </a:pPr>
            <a:r>
              <a:rPr sz="1425" b="0">
                <a:solidFill>
                  <a:srgbClr val="607579"/>
                </a:solidFill>
                <a:latin typeface="Noto Sans JP"/>
                <a:ea typeface="Noto Sans JP"/>
                <a:cs typeface="Noto Sans JP"/>
              </a:rPr>
              <a:t>・講義やZoom中</a:t>
            </a:r>
          </a:p>
          <a:p xmlns:a="http://schemas.openxmlformats.org/drawingml/2006/main">
            <a:pPr>
              <a:buNone/>
              <a:defRPr sz="1425" b="0">
                <a:solidFill>
                  <a:srgbClr val="607579"/>
                </a:solidFill>
                <a:latin typeface="Noto Sans JP"/>
                <a:ea typeface="Noto Sans JP"/>
                <a:cs typeface="Noto Sans JP"/>
              </a:defRPr>
            </a:pPr>
            <a:r>
              <a:rPr sz="1425" b="0">
                <a:solidFill>
                  <a:srgbClr val="607579"/>
                </a:solidFill>
                <a:latin typeface="Noto Sans JP"/>
                <a:ea typeface="Noto Sans JP"/>
                <a:cs typeface="Noto Sans JP"/>
              </a:rPr>
              <a:t>・静かな場所</a:t>
            </a:r>
          </a:p>
          <a:p xmlns:a="http://schemas.openxmlformats.org/drawingml/2006/main">
            <a:pPr>
              <a:buNone/>
              <a:defRPr sz="1425" b="0">
                <a:solidFill>
                  <a:srgbClr val="607579"/>
                </a:solidFill>
                <a:latin typeface="Noto Sans JP"/>
                <a:ea typeface="Noto Sans JP"/>
                <a:cs typeface="Noto Sans JP"/>
              </a:defRPr>
            </a:pPr>
            <a:r>
              <a:rPr sz="1425" b="0">
                <a:solidFill>
                  <a:srgbClr val="607579"/>
                </a:solidFill>
                <a:latin typeface="Noto Sans JP"/>
                <a:ea typeface="Noto Sans JP"/>
                <a:cs typeface="Noto Sans JP"/>
              </a:rPr>
              <a:t>・長い内容を確認する時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C947B13-190F-4BF4-84BA-2528B7B86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476500"/>
            <a:ext cx="4857750" cy="2667000"/>
          </a:xfrm>
          <a:prstGeom xmlns:a="http://schemas.openxmlformats.org/drawingml/2006/main" prst="roundRect">
            <a:avLst>
              <a:gd name="adj" fmla="val 3571"/>
            </a:avLst>
          </a:prstGeom>
          <a:solidFill xmlns:a="http://schemas.openxmlformats.org/drawingml/2006/main">
            <a:srgbClr val="07161C"/>
          </a:solidFill>
          <a:ln xmlns:a="http://schemas.openxmlformats.org/drawingml/2006/main" w="9525">
            <a:solidFill>
              <a:srgbClr val="234C56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14DAE00-94A6-482C-ACA7-968936B37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72415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125" b="1">
                <a:solidFill>
                  <a:srgbClr val="63DFEF"/>
                </a:solidFill>
                <a:latin typeface="Noto Sans JP"/>
                <a:ea typeface="Noto Sans JP"/>
                <a:cs typeface="Noto Sans JP"/>
              </a:defRPr>
            </a:pPr>
            <a:r>
              <a:rPr sz="1125" b="1">
                <a:solidFill>
                  <a:srgbClr val="63DFEF"/>
                </a:solidFill>
                <a:latin typeface="Noto Sans JP"/>
                <a:ea typeface="Noto Sans JP"/>
                <a:cs typeface="Noto Sans JP"/>
              </a:rPr>
              <a:t>VOICE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9369BEF-DA89-4C0B-9F28-CE0ECBFA6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3257550"/>
            <a:ext cx="3905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325" b="1">
                <a:solidFill>
                  <a:srgbClr val="EAF7F8"/>
                </a:solidFill>
                <a:latin typeface="Noto Sans JP"/>
                <a:ea typeface="Noto Sans JP"/>
                <a:cs typeface="Noto Sans JP"/>
              </a:defRPr>
            </a:pPr>
            <a:r>
              <a:rPr sz="2325" b="1">
                <a:solidFill>
                  <a:srgbClr val="EAF7F8"/>
                </a:solidFill>
                <a:latin typeface="Noto Sans JP"/>
                <a:ea typeface="Noto Sans JP"/>
                <a:cs typeface="Noto Sans JP"/>
              </a:rPr>
              <a:t>声で報告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FC495E9-93C9-4844-BFF3-96DA089C1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3943350"/>
            <a:ext cx="3810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425" b="0">
                <a:solidFill>
                  <a:srgbClr val="8FA8AD"/>
                </a:solidFill>
                <a:latin typeface="Noto Sans JP"/>
                <a:ea typeface="Noto Sans JP"/>
                <a:cs typeface="Noto Sans JP"/>
              </a:defRPr>
            </a:pPr>
            <a:r>
              <a:rPr sz="1425" b="0">
                <a:solidFill>
                  <a:srgbClr val="8FA8AD"/>
                </a:solidFill>
                <a:latin typeface="Noto Sans JP"/>
                <a:ea typeface="Noto Sans JP"/>
                <a:cs typeface="Noto Sans JP"/>
              </a:rPr>
              <a:t>・一人で作業中</a:t>
            </a:r>
          </a:p>
          <a:p xmlns:a="http://schemas.openxmlformats.org/drawingml/2006/main">
            <a:pPr>
              <a:buNone/>
              <a:defRPr sz="1425" b="0">
                <a:solidFill>
                  <a:srgbClr val="8FA8AD"/>
                </a:solidFill>
                <a:latin typeface="Noto Sans JP"/>
                <a:ea typeface="Noto Sans JP"/>
                <a:cs typeface="Noto Sans JP"/>
              </a:defRPr>
            </a:pPr>
            <a:r>
              <a:rPr sz="1425" b="0">
                <a:solidFill>
                  <a:srgbClr val="8FA8AD"/>
                </a:solidFill>
                <a:latin typeface="Noto Sans JP"/>
                <a:ea typeface="Noto Sans JP"/>
                <a:cs typeface="Noto Sans JP"/>
              </a:rPr>
              <a:t>・朝の予定確認</a:t>
            </a:r>
          </a:p>
          <a:p xmlns:a="http://schemas.openxmlformats.org/drawingml/2006/main">
            <a:pPr>
              <a:buNone/>
              <a:defRPr sz="1425" b="0">
                <a:solidFill>
                  <a:srgbClr val="8FA8AD"/>
                </a:solidFill>
                <a:latin typeface="Noto Sans JP"/>
                <a:ea typeface="Noto Sans JP"/>
                <a:cs typeface="Noto Sans JP"/>
              </a:defRPr>
            </a:pPr>
            <a:r>
              <a:rPr sz="1425" b="0">
                <a:solidFill>
                  <a:srgbClr val="8FA8AD"/>
                </a:solidFill>
                <a:latin typeface="Noto Sans JP"/>
                <a:ea typeface="Noto Sans JP"/>
                <a:cs typeface="Noto Sans JP"/>
              </a:rPr>
              <a:t>・手が離せない時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310606D-37BC-45BA-B2DE-C6C614D45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5619750"/>
            <a:ext cx="8572500" cy="381000"/>
          </a:xfrm>
          <a:prstGeom xmlns:a="http://schemas.openxmlformats.org/drawingml/2006/main" prst="roundRect">
            <a:avLst>
              <a:gd name="adj" fmla="val 17500"/>
            </a:avLst>
          </a:prstGeom>
          <a:solidFill xmlns:a="http://schemas.openxmlformats.org/drawingml/2006/main">
            <a:srgbClr val="FFF1C9"/>
          </a:solidFill>
          <a:ln xmlns:a="http://schemas.openxmlformats.org/drawingml/2006/main" w="9525">
            <a:solidFill>
              <a:srgbClr val="DDB65E"/>
            </a:solidFill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7A550D"/>
                </a:solidFill>
                <a:latin typeface="Noto Sans JP"/>
                <a:ea typeface="Noto Sans JP"/>
                <a:cs typeface="Noto Sans JP"/>
              </a:defRPr>
            </a:pPr>
            <a:r>
              <a:rPr sz="1350" b="1">
                <a:solidFill>
                  <a:srgbClr val="7A550D"/>
                </a:solidFill>
                <a:latin typeface="Noto Sans JP"/>
                <a:ea typeface="Noto Sans JP"/>
                <a:cs typeface="Noto Sans JP"/>
              </a:rPr>
              <a:t>Fish Audio：API接続 → 声一覧 → 選択 → 保存 → 試聴。課金枠も確認。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536447A-6BB6-4B75-811A-FA0920B03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27622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750" b="1">
                <a:solidFill>
                  <a:srgbClr val="7C908E"/>
                </a:solidFill>
                <a:latin typeface="Noto Sans JP"/>
                <a:ea typeface="Noto Sans JP"/>
                <a:cs typeface="Noto Sans JP"/>
              </a:defRPr>
            </a:pPr>
            <a:r>
              <a:rPr sz="750" b="1">
                <a:solidFill>
                  <a:srgbClr val="7C908E"/>
                </a:solidFill>
                <a:latin typeface="Noto Sans JP"/>
                <a:ea typeface="Noto Sans JP"/>
                <a:cs typeface="Noto Sans JP"/>
              </a:rPr>
              <a:t>AI NORIKO STARTER KIT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18397EE-4DC0-44B1-B554-A27D9ED4F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6467475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825" b="1">
                <a:solidFill>
                  <a:srgbClr val="138596"/>
                </a:solidFill>
                <a:latin typeface="Noto Sans JP"/>
                <a:ea typeface="Noto Sans JP"/>
                <a:cs typeface="Noto Sans JP"/>
              </a:defRPr>
            </a:pPr>
            <a:r>
              <a:rPr sz="825" b="1">
                <a:solidFill>
                  <a:srgbClr val="138596"/>
                </a:solidFill>
                <a:latin typeface="Noto Sans JP"/>
                <a:ea typeface="Noto Sans JP"/>
                <a:cs typeface="Noto Sans JP"/>
              </a:rPr>
              <a:t>19</a:t>
            </a:r>
          </a:p>
        </p:txBody>
      </p:sp>
    </p:spTree>
    <p:extLst>
      <p:ext uri="{BB962C8B-B14F-4D97-AF65-F5344CB8AC3E}">
        <p14:creationId xmlns:p14="http://schemas.microsoft.com/office/powerpoint/2010/main" val="2052665827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07161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698370C-908A-4FD1-872B-43E744835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3429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63DFEF"/>
                </a:solidFill>
                <a:latin typeface="Noto Sans JP"/>
                <a:ea typeface="Noto Sans JP"/>
                <a:cs typeface="Noto Sans JP"/>
              </a:defRPr>
            </a:pPr>
            <a:r>
              <a:rPr sz="975" b="1">
                <a:solidFill>
                  <a:srgbClr val="63DFEF"/>
                </a:solidFill>
                <a:latin typeface="Noto Sans JP"/>
                <a:ea typeface="Noto Sans JP"/>
                <a:cs typeface="Noto Sans JP"/>
              </a:rPr>
              <a:t>03 / CHECKPOINT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D49D302-F9E5-4551-B1A1-B9E6C408B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62000"/>
            <a:ext cx="10820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150" b="1">
                <a:solidFill>
                  <a:srgbClr val="EAF7F8"/>
                </a:solidFill>
                <a:latin typeface="Noto Sans JP"/>
                <a:ea typeface="Noto Sans JP"/>
                <a:cs typeface="Noto Sans JP"/>
              </a:defRPr>
            </a:pPr>
            <a:r>
              <a:rPr sz="3150" b="1">
                <a:solidFill>
                  <a:srgbClr val="EAF7F8"/>
                </a:solidFill>
                <a:latin typeface="Noto Sans JP"/>
                <a:ea typeface="Noto Sans JP"/>
                <a:cs typeface="Noto Sans JP"/>
              </a:rPr>
              <a:t>起動・AI・ナレッジを別々に確認する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758FBF8-B313-4679-97BE-989B9151D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495425"/>
            <a:ext cx="10287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425" b="0">
                <a:solidFill>
                  <a:srgbClr val="8FA8AD"/>
                </a:solidFill>
                <a:latin typeface="Noto Sans JP"/>
                <a:ea typeface="Noto Sans JP"/>
                <a:cs typeface="Noto Sans JP"/>
              </a:defRPr>
            </a:pPr>
            <a:r>
              <a:rPr sz="1425" b="0">
                <a:solidFill>
                  <a:srgbClr val="8FA8AD"/>
                </a:solidFill>
                <a:latin typeface="Noto Sans JP"/>
                <a:ea typeface="Noto Sans JP"/>
                <a:cs typeface="Noto Sans JP"/>
              </a:rPr>
              <a:t>P01 → P03 → P04。順番に試せば、どこで止まったか分かります。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E99EC22-4081-4E11-80F0-768E14028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85800" y="1971675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34149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9B183EB-713A-40F5-A2E4-5AF5F5A05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81250"/>
            <a:ext cx="4953000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0A2027"/>
          </a:solidFill>
          <a:ln xmlns:a="http://schemas.openxmlformats.org/drawingml/2006/main" w="9525">
            <a:solidFill>
              <a:srgbClr val="234A54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E0FDED3-FE7D-404F-A612-045D51C13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571750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63DFEF"/>
                </a:solidFill>
                <a:latin typeface="Noto Sans JP"/>
                <a:ea typeface="Noto Sans JP"/>
                <a:cs typeface="Noto Sans JP"/>
              </a:defRPr>
            </a:pPr>
            <a:r>
              <a:rPr sz="1200" b="1">
                <a:solidFill>
                  <a:srgbClr val="63DFEF"/>
                </a:solidFill>
                <a:latin typeface="Noto Sans JP"/>
                <a:ea typeface="Noto Sans JP"/>
                <a:cs typeface="Noto Sans JP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32C0350-F571-40AE-A852-089416339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2552700"/>
            <a:ext cx="3714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EAF7F8"/>
                </a:solidFill>
                <a:latin typeface="Noto Sans JP"/>
                <a:ea typeface="Noto Sans JP"/>
                <a:cs typeface="Noto Sans JP"/>
              </a:defRPr>
            </a:pPr>
            <a:r>
              <a:rPr sz="1800" b="1">
                <a:solidFill>
                  <a:srgbClr val="EAF7F8"/>
                </a:solidFill>
                <a:latin typeface="Noto Sans JP"/>
                <a:ea typeface="Noto Sans JP"/>
                <a:cs typeface="Noto Sans JP"/>
              </a:rPr>
              <a:t>起動と手動タスク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2704334-1574-4AE1-9FE9-5FEAC41DA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2962275"/>
            <a:ext cx="3714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8FA8AD"/>
                </a:solidFill>
                <a:latin typeface="Noto Sans JP"/>
                <a:ea typeface="Noto Sans JP"/>
                <a:cs typeface="Noto Sans JP"/>
              </a:defRPr>
            </a:pPr>
            <a:r>
              <a:rPr sz="1200" b="0">
                <a:solidFill>
                  <a:srgbClr val="8FA8AD"/>
                </a:solidFill>
                <a:latin typeface="Noto Sans JP"/>
                <a:ea typeface="Noto Sans JP"/>
                <a:cs typeface="Noto Sans JP"/>
              </a:rPr>
              <a:t>Googleなしで1件追加・完了。再起動後も確認。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B3C96A6-FE1C-4677-937A-7279A51F9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381250"/>
            <a:ext cx="4953000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0A2027"/>
          </a:solidFill>
          <a:ln xmlns:a="http://schemas.openxmlformats.org/drawingml/2006/main" w="9525">
            <a:solidFill>
              <a:srgbClr val="234A54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30F10F4-3546-4ED8-B954-1960CC20E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571750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63DFEF"/>
                </a:solidFill>
                <a:latin typeface="Noto Sans JP"/>
                <a:ea typeface="Noto Sans JP"/>
                <a:cs typeface="Noto Sans JP"/>
              </a:defRPr>
            </a:pPr>
            <a:r>
              <a:rPr sz="1200" b="1">
                <a:solidFill>
                  <a:srgbClr val="63DFEF"/>
                </a:solidFill>
                <a:latin typeface="Noto Sans JP"/>
                <a:ea typeface="Noto Sans JP"/>
                <a:cs typeface="Noto Sans JP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066418B-0F70-4962-8856-D36B00264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2552700"/>
            <a:ext cx="3714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EAF7F8"/>
                </a:solidFill>
                <a:latin typeface="Noto Sans JP"/>
                <a:ea typeface="Noto Sans JP"/>
                <a:cs typeface="Noto Sans JP"/>
              </a:defRPr>
            </a:pPr>
            <a:r>
              <a:rPr sz="1800" b="1">
                <a:solidFill>
                  <a:srgbClr val="EAF7F8"/>
                </a:solidFill>
                <a:latin typeface="Noto Sans JP"/>
                <a:ea typeface="Noto Sans JP"/>
                <a:cs typeface="Noto Sans JP"/>
              </a:rPr>
              <a:t>相談するAI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45CAAAE-CC83-48FF-AC07-29E7CCD6A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2962275"/>
            <a:ext cx="3714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8FA8AD"/>
                </a:solidFill>
                <a:latin typeface="Noto Sans JP"/>
                <a:ea typeface="Noto Sans JP"/>
                <a:cs typeface="Noto Sans JP"/>
              </a:defRPr>
            </a:pPr>
            <a:r>
              <a:rPr sz="1200" b="0">
                <a:solidFill>
                  <a:srgbClr val="8FA8AD"/>
                </a:solidFill>
                <a:latin typeface="Noto Sans JP"/>
                <a:ea typeface="Noto Sans JP"/>
                <a:cs typeface="Noto Sans JP"/>
              </a:rPr>
              <a:t>AIへ相談し、追加の回答が伝わるか確認。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17569D5-C905-430C-A042-640EEB13F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0"/>
            <a:ext cx="4953000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0A2027"/>
          </a:solidFill>
          <a:ln xmlns:a="http://schemas.openxmlformats.org/drawingml/2006/main" w="9525">
            <a:solidFill>
              <a:srgbClr val="234A54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F3EBB08-76C0-4F21-AC07-8D7C8EB0A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000500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63DFEF"/>
                </a:solidFill>
                <a:latin typeface="Noto Sans JP"/>
                <a:ea typeface="Noto Sans JP"/>
                <a:cs typeface="Noto Sans JP"/>
              </a:defRPr>
            </a:pPr>
            <a:r>
              <a:rPr sz="1200" b="1">
                <a:solidFill>
                  <a:srgbClr val="63DFEF"/>
                </a:solidFill>
                <a:latin typeface="Noto Sans JP"/>
                <a:ea typeface="Noto Sans JP"/>
                <a:cs typeface="Noto Sans JP"/>
              </a:rP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6BE5320-3C21-4C96-AEF6-0A779A8ED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3981450"/>
            <a:ext cx="3714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EAF7F8"/>
                </a:solidFill>
                <a:latin typeface="Noto Sans JP"/>
                <a:ea typeface="Noto Sans JP"/>
                <a:cs typeface="Noto Sans JP"/>
              </a:defRPr>
            </a:pPr>
            <a:r>
              <a:rPr sz="1800" b="1">
                <a:solidFill>
                  <a:srgbClr val="EAF7F8"/>
                </a:solidFill>
                <a:latin typeface="Noto Sans JP"/>
                <a:ea typeface="Noto Sans JP"/>
                <a:cs typeface="Noto Sans JP"/>
              </a:rPr>
              <a:t>ナレッジの接続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2302251-9641-496C-A064-0DDA36F9D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4391025"/>
            <a:ext cx="3714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8FA8AD"/>
                </a:solidFill>
                <a:latin typeface="Noto Sans JP"/>
                <a:ea typeface="Noto Sans JP"/>
                <a:cs typeface="Noto Sans JP"/>
              </a:defRPr>
            </a:pPr>
            <a:r>
              <a:rPr sz="1200" b="0">
                <a:solidFill>
                  <a:srgbClr val="8FA8AD"/>
                </a:solidFill>
                <a:latin typeface="Noto Sans JP"/>
                <a:ea typeface="Noto Sans JP"/>
                <a:cs typeface="Noto Sans JP"/>
              </a:rPr>
              <a:t>サンプル.mdを同じ保管庫へ。P04で確認。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06BA49D-F60F-46B8-B1FE-8436074CC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810000"/>
            <a:ext cx="4953000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0A2027"/>
          </a:solidFill>
          <a:ln xmlns:a="http://schemas.openxmlformats.org/drawingml/2006/main" w="9525">
            <a:solidFill>
              <a:srgbClr val="234A54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1F9FFF2-972D-4F07-9C86-1F98C6BB5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4000500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63DFEF"/>
                </a:solidFill>
                <a:latin typeface="Noto Sans JP"/>
                <a:ea typeface="Noto Sans JP"/>
                <a:cs typeface="Noto Sans JP"/>
              </a:defRPr>
            </a:pPr>
            <a:r>
              <a:rPr sz="1200" b="1">
                <a:solidFill>
                  <a:srgbClr val="63DFEF"/>
                </a:solidFill>
                <a:latin typeface="Noto Sans JP"/>
                <a:ea typeface="Noto Sans JP"/>
                <a:cs typeface="Noto Sans JP"/>
              </a:rPr>
              <a:t>04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160C321-949A-486A-9077-E4E7A2061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3981450"/>
            <a:ext cx="3714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EAF7F8"/>
                </a:solidFill>
                <a:latin typeface="Noto Sans JP"/>
                <a:ea typeface="Noto Sans JP"/>
                <a:cs typeface="Noto Sans JP"/>
              </a:defRPr>
            </a:pPr>
            <a:r>
              <a:rPr sz="1800" b="1">
                <a:solidFill>
                  <a:srgbClr val="EAF7F8"/>
                </a:solidFill>
                <a:latin typeface="Noto Sans JP"/>
                <a:ea typeface="Noto Sans JP"/>
                <a:cs typeface="Noto Sans JP"/>
              </a:rPr>
              <a:t>根拠を照合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AC0946F-15BE-4512-AF8B-55DB7C205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4391025"/>
            <a:ext cx="3714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8FA8AD"/>
                </a:solidFill>
                <a:latin typeface="Noto Sans JP"/>
                <a:ea typeface="Noto Sans JP"/>
                <a:cs typeface="Noto Sans JP"/>
              </a:defRPr>
            </a:pPr>
            <a:r>
              <a:rPr sz="1200" b="0">
                <a:solidFill>
                  <a:srgbClr val="8FA8AD"/>
                </a:solidFill>
                <a:latin typeface="Noto Sans JP"/>
                <a:ea typeface="Noto Sans JP"/>
                <a:cs typeface="Noto Sans JP"/>
              </a:rPr>
              <a:t>質問して、回答と元の記録が合うかを見る。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40A0A59-3633-431A-9951-909F0FC23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524500"/>
            <a:ext cx="9144000" cy="409575"/>
          </a:xfrm>
          <a:prstGeom xmlns:a="http://schemas.openxmlformats.org/drawingml/2006/main" prst="roundRect">
            <a:avLst>
              <a:gd name="adj" fmla="val 18605"/>
            </a:avLst>
          </a:prstGeom>
          <a:solidFill xmlns:a="http://schemas.openxmlformats.org/drawingml/2006/main">
            <a:srgbClr val="2D2415"/>
          </a:solidFill>
          <a:ln xmlns:a="http://schemas.openxmlformats.org/drawingml/2006/main" w="9525">
            <a:solidFill>
              <a:srgbClr val="7B6338"/>
            </a:solidFill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E4BC72"/>
                </a:solidFill>
                <a:latin typeface="Noto Sans JP"/>
                <a:ea typeface="Noto Sans JP"/>
                <a:cs typeface="Noto Sans JP"/>
              </a:defRPr>
            </a:pPr>
            <a:r>
              <a:rPr sz="1500" b="1">
                <a:solidFill>
                  <a:srgbClr val="E4BC72"/>
                </a:solidFill>
                <a:latin typeface="Noto Sans JP"/>
                <a:ea typeface="Noto Sans JP"/>
                <a:cs typeface="Noto Sans JP"/>
              </a:rPr>
              <a:t>テキストでもAIは必要。未接続なら、その項目を未完了として次を決める。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89B47A1-D6DC-41E5-938D-B518CE6FB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27622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750" b="1">
                <a:solidFill>
                  <a:srgbClr val="557279"/>
                </a:solidFill>
                <a:latin typeface="Noto Sans JP"/>
                <a:ea typeface="Noto Sans JP"/>
                <a:cs typeface="Noto Sans JP"/>
              </a:defRPr>
            </a:pPr>
            <a:r>
              <a:rPr sz="750" b="1">
                <a:solidFill>
                  <a:srgbClr val="557279"/>
                </a:solidFill>
                <a:latin typeface="Noto Sans JP"/>
                <a:ea typeface="Noto Sans JP"/>
                <a:cs typeface="Noto Sans JP"/>
              </a:rPr>
              <a:t>AI NORIKO STARTER KIT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9F506A1-6036-478F-BDEE-FC8F2D5C6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6467475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825" b="1">
                <a:solidFill>
                  <a:srgbClr val="63DFEF"/>
                </a:solidFill>
                <a:latin typeface="Noto Sans JP"/>
                <a:ea typeface="Noto Sans JP"/>
                <a:cs typeface="Noto Sans JP"/>
              </a:defRPr>
            </a:pPr>
            <a:r>
              <a:rPr sz="825" b="1">
                <a:solidFill>
                  <a:srgbClr val="63DFEF"/>
                </a:solidFill>
                <a:latin typeface="Noto Sans JP"/>
                <a:ea typeface="Noto Sans JP"/>
                <a:cs typeface="Noto Sans JP"/>
              </a:rPr>
              <a:t>20</a:t>
            </a:r>
          </a:p>
        </p:txBody>
      </p:sp>
    </p:spTree>
    <p:extLst>
      <p:ext uri="{BB962C8B-B14F-4D97-AF65-F5344CB8AC3E}">
        <p14:creationId xmlns:p14="http://schemas.microsoft.com/office/powerpoint/2010/main" val="998889980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07161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67661BE-B844-464D-BF1B-451B2163A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3429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63DFEF"/>
                </a:solidFill>
                <a:latin typeface="Noto Sans JP"/>
                <a:ea typeface="Noto Sans JP"/>
                <a:cs typeface="Noto Sans JP"/>
              </a:defRPr>
            </a:pPr>
            <a:r>
              <a:rPr sz="975" b="1">
                <a:solidFill>
                  <a:srgbClr val="63DFEF"/>
                </a:solidFill>
                <a:latin typeface="Noto Sans JP"/>
                <a:ea typeface="Noto Sans JP"/>
                <a:cs typeface="Noto Sans JP"/>
              </a:rPr>
              <a:t>04 / GOOGLE CALENDAR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1A32E4F-8641-4C67-BB80-3721E3E35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62000"/>
            <a:ext cx="10820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150" b="1">
                <a:solidFill>
                  <a:srgbClr val="EAF7F8"/>
                </a:solidFill>
                <a:latin typeface="Noto Sans JP"/>
                <a:ea typeface="Noto Sans JP"/>
                <a:cs typeface="Noto Sans JP"/>
              </a:defRPr>
            </a:pPr>
            <a:r>
              <a:rPr sz="3150" b="1">
                <a:solidFill>
                  <a:srgbClr val="EAF7F8"/>
                </a:solidFill>
                <a:latin typeface="Noto Sans JP"/>
                <a:ea typeface="Noto Sans JP"/>
                <a:cs typeface="Noto Sans JP"/>
              </a:rPr>
              <a:t>予定は「今日」だけでなく、期間と名前で探す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85F0AD0-C9B5-4D5B-B523-1407B3531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495425"/>
            <a:ext cx="10287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425" b="0">
                <a:solidFill>
                  <a:srgbClr val="8FA8AD"/>
                </a:solidFill>
                <a:latin typeface="Noto Sans JP"/>
                <a:ea typeface="Noto Sans JP"/>
                <a:cs typeface="Noto Sans JP"/>
              </a:defRPr>
            </a:pPr>
            <a:r>
              <a:rPr sz="1425" b="0">
                <a:solidFill>
                  <a:srgbClr val="8FA8AD"/>
                </a:solidFill>
                <a:latin typeface="Noto Sans JP"/>
                <a:ea typeface="Noto Sans JP"/>
                <a:cs typeface="Noto Sans JP"/>
              </a:rPr>
              <a:t>P07でGoogle接続。明日と先の予定を、元カレンダーと照合して確認します。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35B8664-00C3-4FF8-923F-5948D00D6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85800" y="1971675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34149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9A889BF-B268-47A7-B61F-3C4783F7E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381250"/>
            <a:ext cx="5143500" cy="2952750"/>
          </a:xfrm>
          <a:prstGeom xmlns:a="http://schemas.openxmlformats.org/drawingml/2006/main" prst="roundRect">
            <a:avLst>
              <a:gd name="adj" fmla="val 2581"/>
            </a:avLst>
          </a:prstGeom>
          <a:solidFill xmlns:a="http://schemas.openxmlformats.org/drawingml/2006/main">
            <a:srgbClr val="0A2027"/>
          </a:solidFill>
          <a:ln xmlns:a="http://schemas.openxmlformats.org/drawingml/2006/main" w="9525">
            <a:solidFill>
              <a:srgbClr val="244E58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2140F60-1FDC-4F9C-A070-A812EC18E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64795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75" b="1">
                <a:solidFill>
                  <a:srgbClr val="63DFEF"/>
                </a:solidFill>
                <a:latin typeface="Noto Sans JP"/>
                <a:ea typeface="Noto Sans JP"/>
                <a:cs typeface="Noto Sans JP"/>
              </a:defRPr>
            </a:pPr>
            <a:r>
              <a:rPr sz="1275" b="1">
                <a:solidFill>
                  <a:srgbClr val="63DFEF"/>
                </a:solidFill>
                <a:latin typeface="Noto Sans JP"/>
                <a:ea typeface="Noto Sans JP"/>
                <a:cs typeface="Noto Sans JP"/>
              </a:rPr>
              <a:t>質問の例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D682E5A-2D9A-43AC-B806-5C8849490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162300"/>
            <a:ext cx="4381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425" b="0">
                <a:solidFill>
                  <a:srgbClr val="EAF7F8"/>
                </a:solidFill>
                <a:latin typeface="Noto Sans JP"/>
                <a:ea typeface="Noto Sans JP"/>
                <a:cs typeface="Noto Sans JP"/>
              </a:defRPr>
            </a:pPr>
            <a:r>
              <a:rPr sz="1425" b="0">
                <a:solidFill>
                  <a:srgbClr val="EAF7F8"/>
                </a:solidFill>
                <a:latin typeface="Noto Sans JP"/>
                <a:ea typeface="Noto Sans JP"/>
                <a:cs typeface="Noto Sans JP"/>
              </a:rPr>
              <a:t>「明日の予定を教えて」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0379E2A-68AC-4438-A1F2-C31AAA46B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638550"/>
            <a:ext cx="4381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425" b="0">
                <a:solidFill>
                  <a:srgbClr val="EAF7F8"/>
                </a:solidFill>
                <a:latin typeface="Noto Sans JP"/>
                <a:ea typeface="Noto Sans JP"/>
                <a:cs typeface="Noto Sans JP"/>
              </a:defRPr>
            </a:pPr>
            <a:r>
              <a:rPr sz="1425" b="0">
                <a:solidFill>
                  <a:srgbClr val="EAF7F8"/>
                </a:solidFill>
                <a:latin typeface="Noto Sans JP"/>
                <a:ea typeface="Noto Sans JP"/>
                <a:cs typeface="Noto Sans JP"/>
              </a:rPr>
              <a:t>「来週の予定を曜日ごとにまとめて」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1641E85-5EA2-4985-8A8C-CEC61EC59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114800"/>
            <a:ext cx="4381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425" b="0">
                <a:solidFill>
                  <a:srgbClr val="EAF7F8"/>
                </a:solidFill>
                <a:latin typeface="Noto Sans JP"/>
                <a:ea typeface="Noto Sans JP"/>
                <a:cs typeface="Noto Sans JP"/>
              </a:defRPr>
            </a:pPr>
            <a:r>
              <a:rPr sz="1425" b="0">
                <a:solidFill>
                  <a:srgbClr val="EAF7F8"/>
                </a:solidFill>
                <a:latin typeface="Noto Sans JP"/>
                <a:ea typeface="Noto Sans JP"/>
                <a:cs typeface="Noto Sans JP"/>
              </a:rPr>
              <a:t>「9月の初回コンサルを探して」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A65CB03-73F0-414B-ADFB-2E9D86634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591050"/>
            <a:ext cx="4381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425" b="0">
                <a:solidFill>
                  <a:srgbClr val="EAF7F8"/>
                </a:solidFill>
                <a:latin typeface="Noto Sans JP"/>
                <a:ea typeface="Noto Sans JP"/>
                <a:cs typeface="Noto Sans JP"/>
              </a:defRPr>
            </a:pPr>
            <a:r>
              <a:rPr sz="1425" b="0">
                <a:solidFill>
                  <a:srgbClr val="EAF7F8"/>
                </a:solidFill>
                <a:latin typeface="Noto Sans JP"/>
                <a:ea typeface="Noto Sans JP"/>
                <a:cs typeface="Noto Sans JP"/>
              </a:rPr>
              <a:t>「来月の打ち合わせという予定を探して」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157A79A-A65F-49B5-8424-2D59DA02D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381250"/>
            <a:ext cx="5143500" cy="2952750"/>
          </a:xfrm>
          <a:prstGeom xmlns:a="http://schemas.openxmlformats.org/drawingml/2006/main" prst="roundRect">
            <a:avLst>
              <a:gd name="adj" fmla="val 2581"/>
            </a:avLst>
          </a:prstGeom>
          <a:solidFill xmlns:a="http://schemas.openxmlformats.org/drawingml/2006/main">
            <a:srgbClr val="10292F"/>
          </a:solidFill>
          <a:ln xmlns:a="http://schemas.openxmlformats.org/drawingml/2006/main" w="9525">
            <a:solidFill>
              <a:srgbClr val="806B3E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DC505C6-E21B-449E-8BFF-B70613CCF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647950"/>
            <a:ext cx="2190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75" b="1">
                <a:solidFill>
                  <a:srgbClr val="E4BC72"/>
                </a:solidFill>
                <a:latin typeface="Noto Sans JP"/>
                <a:ea typeface="Noto Sans JP"/>
                <a:cs typeface="Noto Sans JP"/>
              </a:defRPr>
            </a:pPr>
            <a:r>
              <a:rPr sz="1275" b="1">
                <a:solidFill>
                  <a:srgbClr val="E4BC72"/>
                </a:solidFill>
                <a:latin typeface="Noto Sans JP"/>
                <a:ea typeface="Noto Sans JP"/>
                <a:cs typeface="Noto Sans JP"/>
              </a:rPr>
              <a:t>見つからない時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4839477-0541-4FE0-BDE4-9F84C0848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32004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38596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D839BD6-5431-4474-90BE-5DE391F1B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3190875"/>
            <a:ext cx="190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FFFFFF"/>
                </a:solidFill>
                <a:latin typeface="Noto Sans JP"/>
                <a:ea typeface="Noto Sans JP"/>
                <a:cs typeface="Noto Sans JP"/>
              </a:defRPr>
            </a:pPr>
            <a:r>
              <a:rPr sz="1200" b="1">
                <a:solidFill>
                  <a:srgbClr val="FFFFFF"/>
                </a:solidFill>
                <a:latin typeface="Noto Sans JP"/>
                <a:ea typeface="Noto Sans JP"/>
                <a:cs typeface="Noto Sans JP"/>
              </a:rPr>
              <a:t>✓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542E714-38B6-4EFD-B756-DBFE1158B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3181350"/>
            <a:ext cx="39338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425" b="1">
                <a:solidFill>
                  <a:srgbClr val="EAF7F8"/>
                </a:solidFill>
                <a:latin typeface="Noto Sans JP"/>
                <a:ea typeface="Noto Sans JP"/>
                <a:cs typeface="Noto Sans JP"/>
              </a:defRPr>
            </a:pPr>
            <a:r>
              <a:rPr sz="1425" b="1">
                <a:solidFill>
                  <a:srgbClr val="EAF7F8"/>
                </a:solidFill>
                <a:latin typeface="Noto Sans JP"/>
                <a:ea typeface="Noto Sans JP"/>
                <a:cs typeface="Noto Sans JP"/>
              </a:rPr>
              <a:t>Google連携は有効か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9813698-0251-4674-A48F-6F66534BE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36766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38596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BECDBDC-E380-4A4F-97F2-957CFC336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3667125"/>
            <a:ext cx="190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FFFFFF"/>
                </a:solidFill>
                <a:latin typeface="Noto Sans JP"/>
                <a:ea typeface="Noto Sans JP"/>
                <a:cs typeface="Noto Sans JP"/>
              </a:defRPr>
            </a:pPr>
            <a:r>
              <a:rPr sz="1200" b="1">
                <a:solidFill>
                  <a:srgbClr val="FFFFFF"/>
                </a:solidFill>
                <a:latin typeface="Noto Sans JP"/>
                <a:ea typeface="Noto Sans JP"/>
                <a:cs typeface="Noto Sans JP"/>
              </a:rPr>
              <a:t>✓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A2A861F-3510-42E3-AEB3-8EC371127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3657600"/>
            <a:ext cx="39338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425" b="1">
                <a:solidFill>
                  <a:srgbClr val="EAF7F8"/>
                </a:solidFill>
                <a:latin typeface="Noto Sans JP"/>
                <a:ea typeface="Noto Sans JP"/>
                <a:cs typeface="Noto Sans JP"/>
              </a:defRPr>
            </a:pPr>
            <a:r>
              <a:rPr sz="1425" b="1">
                <a:solidFill>
                  <a:srgbClr val="EAF7F8"/>
                </a:solidFill>
                <a:latin typeface="Noto Sans JP"/>
                <a:ea typeface="Noto Sans JP"/>
                <a:cs typeface="Noto Sans JP"/>
              </a:rPr>
              <a:t>正しいカレンダーを参照しているか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9D1C340-B32B-4566-90D0-953A92226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41529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38596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EFC4B9F-5691-4C14-9409-D4ECE878C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4143375"/>
            <a:ext cx="190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FFFFFF"/>
                </a:solidFill>
                <a:latin typeface="Noto Sans JP"/>
                <a:ea typeface="Noto Sans JP"/>
                <a:cs typeface="Noto Sans JP"/>
              </a:defRPr>
            </a:pPr>
            <a:r>
              <a:rPr sz="1200" b="1">
                <a:solidFill>
                  <a:srgbClr val="FFFFFF"/>
                </a:solidFill>
                <a:latin typeface="Noto Sans JP"/>
                <a:ea typeface="Noto Sans JP"/>
                <a:cs typeface="Noto Sans JP"/>
              </a:rPr>
              <a:t>✓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8C53F0C-21FC-4E42-9266-AEA9F2BEE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4133850"/>
            <a:ext cx="39338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425" b="1">
                <a:solidFill>
                  <a:srgbClr val="EAF7F8"/>
                </a:solidFill>
                <a:latin typeface="Noto Sans JP"/>
                <a:ea typeface="Noto Sans JP"/>
                <a:cs typeface="Noto Sans JP"/>
              </a:defRPr>
            </a:pPr>
            <a:r>
              <a:rPr sz="1425" b="1">
                <a:solidFill>
                  <a:srgbClr val="EAF7F8"/>
                </a:solidFill>
                <a:latin typeface="Noto Sans JP"/>
                <a:ea typeface="Noto Sans JP"/>
                <a:cs typeface="Noto Sans JP"/>
              </a:rPr>
              <a:t>検索期間は十分か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8ED7637-0D31-4691-91AB-8B178EC66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46291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38596"/>
          </a:solidFill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F435116-993F-400F-BD89-259FDA68F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4619625"/>
            <a:ext cx="190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FFFFFF"/>
                </a:solidFill>
                <a:latin typeface="Noto Sans JP"/>
                <a:ea typeface="Noto Sans JP"/>
                <a:cs typeface="Noto Sans JP"/>
              </a:defRPr>
            </a:pPr>
            <a:r>
              <a:rPr sz="1200" b="1">
                <a:solidFill>
                  <a:srgbClr val="FFFFFF"/>
                </a:solidFill>
                <a:latin typeface="Noto Sans JP"/>
                <a:ea typeface="Noto Sans JP"/>
                <a:cs typeface="Noto Sans JP"/>
              </a:rPr>
              <a:t>✓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BC6805B-CE31-4C27-A596-F1F9479F1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4610100"/>
            <a:ext cx="39338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425" b="1">
                <a:solidFill>
                  <a:srgbClr val="EAF7F8"/>
                </a:solidFill>
                <a:latin typeface="Noto Sans JP"/>
                <a:ea typeface="Noto Sans JP"/>
                <a:cs typeface="Noto Sans JP"/>
              </a:defRPr>
            </a:pPr>
            <a:r>
              <a:rPr sz="1425" b="1">
                <a:solidFill>
                  <a:srgbClr val="EAF7F8"/>
                </a:solidFill>
                <a:latin typeface="Noto Sans JP"/>
                <a:ea typeface="Noto Sans JP"/>
                <a:cs typeface="Noto Sans JP"/>
              </a:rPr>
              <a:t>予定名の表記が近いか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F97DE24-C2A6-4A3D-BE91-2C519866F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5667375"/>
            <a:ext cx="8763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425" b="1">
                <a:solidFill>
                  <a:srgbClr val="E4BC72"/>
                </a:solidFill>
                <a:latin typeface="Noto Sans JP"/>
                <a:ea typeface="Noto Sans JP"/>
                <a:cs typeface="Noto Sans JP"/>
              </a:defRPr>
            </a:pPr>
            <a:r>
              <a:rPr sz="1425" b="1">
                <a:solidFill>
                  <a:srgbClr val="E4BC72"/>
                </a:solidFill>
                <a:latin typeface="Noto Sans JP"/>
                <a:ea typeface="Noto Sans JP"/>
                <a:cs typeface="Noto Sans JP"/>
              </a:rPr>
              <a:t>ポイント：『今後3か月から探して』のように期間を添える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410EB6D-0DFF-4C61-AF05-2E940DF54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27622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750" b="1">
                <a:solidFill>
                  <a:srgbClr val="557279"/>
                </a:solidFill>
                <a:latin typeface="Noto Sans JP"/>
                <a:ea typeface="Noto Sans JP"/>
                <a:cs typeface="Noto Sans JP"/>
              </a:defRPr>
            </a:pPr>
            <a:r>
              <a:rPr sz="750" b="1">
                <a:solidFill>
                  <a:srgbClr val="557279"/>
                </a:solidFill>
                <a:latin typeface="Noto Sans JP"/>
                <a:ea typeface="Noto Sans JP"/>
                <a:cs typeface="Noto Sans JP"/>
              </a:rPr>
              <a:t>AI NORIKO STARTER KIT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5A2EC71-DDDC-4EBE-BCB2-3B6B0A7446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6467475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825" b="1">
                <a:solidFill>
                  <a:srgbClr val="63DFEF"/>
                </a:solidFill>
                <a:latin typeface="Noto Sans JP"/>
                <a:ea typeface="Noto Sans JP"/>
                <a:cs typeface="Noto Sans JP"/>
              </a:defRPr>
            </a:pPr>
            <a:r>
              <a:rPr sz="825" b="1">
                <a:solidFill>
                  <a:srgbClr val="63DFEF"/>
                </a:solidFill>
                <a:latin typeface="Noto Sans JP"/>
                <a:ea typeface="Noto Sans JP"/>
                <a:cs typeface="Noto Sans JP"/>
              </a:rPr>
              <a:t>21</a:t>
            </a:r>
          </a:p>
        </p:txBody>
      </p:sp>
    </p:spTree>
    <p:extLst>
      <p:ext uri="{BB962C8B-B14F-4D97-AF65-F5344CB8AC3E}">
        <p14:creationId xmlns:p14="http://schemas.microsoft.com/office/powerpoint/2010/main" val="2074805999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7F4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1BDAD18-E84E-4485-B8E0-EEDD4165C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3429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138596"/>
                </a:solidFill>
                <a:latin typeface="Noto Sans JP"/>
                <a:ea typeface="Noto Sans JP"/>
                <a:cs typeface="Noto Sans JP"/>
              </a:defRPr>
            </a:pPr>
            <a:r>
              <a:rPr sz="975" b="1">
                <a:solidFill>
                  <a:srgbClr val="138596"/>
                </a:solidFill>
                <a:latin typeface="Noto Sans JP"/>
                <a:ea typeface="Noto Sans JP"/>
                <a:cs typeface="Noto Sans JP"/>
              </a:rPr>
              <a:t>04 / LOCAL &amp; GOOGLE TASKS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EC1E08F-CC91-47DA-9C48-AEB847519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62000"/>
            <a:ext cx="10820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150" b="1">
                <a:solidFill>
                  <a:srgbClr val="07161C"/>
                </a:solidFill>
                <a:latin typeface="Noto Sans JP"/>
                <a:ea typeface="Noto Sans JP"/>
                <a:cs typeface="Noto Sans JP"/>
              </a:defRPr>
            </a:pPr>
            <a:r>
              <a:rPr sz="3150" b="1">
                <a:solidFill>
                  <a:srgbClr val="07161C"/>
                </a:solidFill>
                <a:latin typeface="Noto Sans JP"/>
                <a:ea typeface="Noto Sans JP"/>
                <a:cs typeface="Noto Sans JP"/>
              </a:rPr>
              <a:t>タスクは、登録・確認・完了を1件試す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0721FA6-EAAC-4D19-AEAD-31A5F5F63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495425"/>
            <a:ext cx="10287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425" b="0">
                <a:solidFill>
                  <a:srgbClr val="607579"/>
                </a:solidFill>
                <a:latin typeface="Noto Sans JP"/>
                <a:ea typeface="Noto Sans JP"/>
                <a:cs typeface="Noto Sans JP"/>
              </a:defRPr>
            </a:pPr>
            <a:r>
              <a:rPr sz="1425" b="0">
                <a:solidFill>
                  <a:srgbClr val="607579"/>
                </a:solidFill>
                <a:latin typeface="Noto Sans JP"/>
                <a:ea typeface="Noto Sans JP"/>
                <a:cs typeface="Noto Sans JP"/>
              </a:rPr>
              <a:t>最初は端末内タスク。Google TasksはP07で別途接続します。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4F9164D-554A-43E6-8729-926B0B549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85800" y="1971675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8D4CF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11AE757-EC2E-4DF5-8393-C1039CA4F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590800"/>
            <a:ext cx="723900" cy="723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3DFEF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5F437E3-FBEA-45CD-84E8-EF9BE96AE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2781300"/>
            <a:ext cx="400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07161C"/>
                </a:solidFill>
                <a:latin typeface="Noto Sans JP"/>
                <a:ea typeface="Noto Sans JP"/>
                <a:cs typeface="Noto Sans JP"/>
              </a:defRPr>
            </a:pPr>
            <a:r>
              <a:rPr sz="1800" b="1">
                <a:solidFill>
                  <a:srgbClr val="07161C"/>
                </a:solidFill>
                <a:latin typeface="Noto Sans JP"/>
                <a:ea typeface="Noto Sans JP"/>
                <a:cs typeface="Noto Sans JP"/>
              </a:rPr>
              <a:t>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520A1C1-2189-4B03-AC14-FE07FA0E2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590925"/>
            <a:ext cx="1504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75" b="1">
                <a:solidFill>
                  <a:srgbClr val="07161C"/>
                </a:solidFill>
                <a:latin typeface="Noto Sans JP"/>
                <a:ea typeface="Noto Sans JP"/>
                <a:cs typeface="Noto Sans JP"/>
              </a:defRPr>
            </a:pPr>
            <a:r>
              <a:rPr sz="1875" b="1">
                <a:solidFill>
                  <a:srgbClr val="07161C"/>
                </a:solidFill>
                <a:latin typeface="Noto Sans JP"/>
                <a:ea typeface="Noto Sans JP"/>
                <a:cs typeface="Noto Sans JP"/>
              </a:rPr>
              <a:t>登録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C84EBD9-E2B0-4351-B8DF-243D2210D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4086225"/>
            <a:ext cx="21526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607579"/>
                </a:solidFill>
                <a:latin typeface="Noto Sans JP"/>
                <a:ea typeface="Noto Sans JP"/>
                <a:cs typeface="Noto Sans JP"/>
              </a:defRPr>
            </a:pPr>
            <a:r>
              <a:rPr sz="1200" b="0">
                <a:solidFill>
                  <a:srgbClr val="607579"/>
                </a:solidFill>
                <a:latin typeface="Noto Sans JP"/>
                <a:ea typeface="Noto Sans JP"/>
                <a:cs typeface="Noto Sans JP"/>
              </a:rPr>
              <a:t>端末内タスクを1件追加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1E8AEC0-D719-457D-8870-56A135856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2733675"/>
            <a:ext cx="876300" cy="4381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B8CCC8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1424396-E340-4988-B564-30AEAFD53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2590800"/>
            <a:ext cx="723900" cy="723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3DFEF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2B3521B-1A93-4D0F-B46C-E7535DFAB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2781300"/>
            <a:ext cx="400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07161C"/>
                </a:solidFill>
                <a:latin typeface="Noto Sans JP"/>
                <a:ea typeface="Noto Sans JP"/>
                <a:cs typeface="Noto Sans JP"/>
              </a:defRPr>
            </a:pPr>
            <a:r>
              <a:rPr sz="1800" b="1">
                <a:solidFill>
                  <a:srgbClr val="07161C"/>
                </a:solidFill>
                <a:latin typeface="Noto Sans JP"/>
                <a:ea typeface="Noto Sans JP"/>
                <a:cs typeface="Noto Sans JP"/>
              </a:rPr>
              <a:t>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09F8E92-68C9-4912-B713-201827C1C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3590925"/>
            <a:ext cx="1504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75" b="1">
                <a:solidFill>
                  <a:srgbClr val="07161C"/>
                </a:solidFill>
                <a:latin typeface="Noto Sans JP"/>
                <a:ea typeface="Noto Sans JP"/>
                <a:cs typeface="Noto Sans JP"/>
              </a:defRPr>
            </a:pPr>
            <a:r>
              <a:rPr sz="1875" b="1">
                <a:solidFill>
                  <a:srgbClr val="07161C"/>
                </a:solidFill>
                <a:latin typeface="Noto Sans JP"/>
                <a:ea typeface="Noto Sans JP"/>
                <a:cs typeface="Noto Sans JP"/>
              </a:rPr>
              <a:t>期限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B618FC4-3D1B-46BA-85D6-896156C45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4086225"/>
            <a:ext cx="21526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607579"/>
                </a:solidFill>
                <a:latin typeface="Noto Sans JP"/>
                <a:ea typeface="Noto Sans JP"/>
                <a:cs typeface="Noto Sans JP"/>
              </a:defRPr>
            </a:pPr>
            <a:r>
              <a:rPr sz="1200" b="0">
                <a:solidFill>
                  <a:srgbClr val="607579"/>
                </a:solidFill>
                <a:latin typeface="Noto Sans JP"/>
                <a:ea typeface="Noto Sans JP"/>
                <a:cs typeface="Noto Sans JP"/>
              </a:rPr>
              <a:t>日付を明示して確認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98D316D-7748-4772-8A1A-A9D6556EA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2733675"/>
            <a:ext cx="876300" cy="4381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B8CCC8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83339BD-CB32-4D90-AF97-C896196601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590800"/>
            <a:ext cx="723900" cy="723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3DFEF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2DA540D-3B1E-48BF-9463-986973495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2225" y="2781300"/>
            <a:ext cx="400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07161C"/>
                </a:solidFill>
                <a:latin typeface="Noto Sans JP"/>
                <a:ea typeface="Noto Sans JP"/>
                <a:cs typeface="Noto Sans JP"/>
              </a:defRPr>
            </a:pPr>
            <a:r>
              <a:rPr sz="1800" b="1">
                <a:solidFill>
                  <a:srgbClr val="07161C"/>
                </a:solidFill>
                <a:latin typeface="Noto Sans JP"/>
                <a:ea typeface="Noto Sans JP"/>
                <a:cs typeface="Noto Sans JP"/>
              </a:rPr>
              <a:t>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1D3A1EF-BC71-4713-BCCE-7CA6075BC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3590925"/>
            <a:ext cx="1504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75" b="1">
                <a:solidFill>
                  <a:srgbClr val="07161C"/>
                </a:solidFill>
                <a:latin typeface="Noto Sans JP"/>
                <a:ea typeface="Noto Sans JP"/>
                <a:cs typeface="Noto Sans JP"/>
              </a:defRPr>
            </a:pPr>
            <a:r>
              <a:rPr sz="1875" b="1">
                <a:solidFill>
                  <a:srgbClr val="07161C"/>
                </a:solidFill>
                <a:latin typeface="Noto Sans JP"/>
                <a:ea typeface="Noto Sans JP"/>
                <a:cs typeface="Noto Sans JP"/>
              </a:rPr>
              <a:t>確認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B69FB36-C8D5-4E28-9878-BF5086924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086225"/>
            <a:ext cx="21526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607579"/>
                </a:solidFill>
                <a:latin typeface="Noto Sans JP"/>
                <a:ea typeface="Noto Sans JP"/>
                <a:cs typeface="Noto Sans JP"/>
              </a:defRPr>
            </a:pPr>
            <a:r>
              <a:rPr sz="1200" b="0">
                <a:solidFill>
                  <a:srgbClr val="607579"/>
                </a:solidFill>
                <a:latin typeface="Noto Sans JP"/>
                <a:ea typeface="Noto Sans JP"/>
                <a:cs typeface="Noto Sans JP"/>
              </a:rPr>
              <a:t>一覧で内容を確認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C08FDD8-CDBF-40DD-B3D7-29DDAE21C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2733675"/>
            <a:ext cx="876300" cy="4381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B8CCC8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64C5E80-1D1E-4F68-A009-CF846025A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590800"/>
            <a:ext cx="723900" cy="723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4BC72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9FFC9BD-3A37-4453-AD5C-D7A5ADD3A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15425" y="2781300"/>
            <a:ext cx="400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07161C"/>
                </a:solidFill>
                <a:latin typeface="Noto Sans JP"/>
                <a:ea typeface="Noto Sans JP"/>
                <a:cs typeface="Noto Sans JP"/>
              </a:defRPr>
            </a:pPr>
            <a:r>
              <a:rPr sz="1800" b="1">
                <a:solidFill>
                  <a:srgbClr val="07161C"/>
                </a:solidFill>
                <a:latin typeface="Noto Sans JP"/>
                <a:ea typeface="Noto Sans JP"/>
                <a:cs typeface="Noto Sans JP"/>
              </a:rPr>
              <a:t>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9A1355C-BC5D-4B1F-A26C-53F6FB0B8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3590925"/>
            <a:ext cx="1504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75" b="1">
                <a:solidFill>
                  <a:srgbClr val="07161C"/>
                </a:solidFill>
                <a:latin typeface="Noto Sans JP"/>
                <a:ea typeface="Noto Sans JP"/>
                <a:cs typeface="Noto Sans JP"/>
              </a:defRPr>
            </a:pPr>
            <a:r>
              <a:rPr sz="1875" b="1">
                <a:solidFill>
                  <a:srgbClr val="07161C"/>
                </a:solidFill>
                <a:latin typeface="Noto Sans JP"/>
                <a:ea typeface="Noto Sans JP"/>
                <a:cs typeface="Noto Sans JP"/>
              </a:rPr>
              <a:t>完了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EFD71C9-1975-44D3-AF0E-BF588E95B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4086225"/>
            <a:ext cx="21526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607579"/>
                </a:solidFill>
                <a:latin typeface="Noto Sans JP"/>
                <a:ea typeface="Noto Sans JP"/>
                <a:cs typeface="Noto Sans JP"/>
              </a:defRPr>
            </a:pPr>
            <a:r>
              <a:rPr sz="1200" b="0">
                <a:solidFill>
                  <a:srgbClr val="607579"/>
                </a:solidFill>
                <a:latin typeface="Noto Sans JP"/>
                <a:ea typeface="Noto Sans JP"/>
                <a:cs typeface="Noto Sans JP"/>
              </a:rPr>
              <a:t>テスト用1件を完了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C62F25A-5852-4638-A4D2-34E835E6B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5095875"/>
            <a:ext cx="9563100" cy="781050"/>
          </a:xfrm>
          <a:prstGeom xmlns:a="http://schemas.openxmlformats.org/drawingml/2006/main" prst="roundRect">
            <a:avLst>
              <a:gd name="adj" fmla="val 8537"/>
            </a:avLst>
          </a:prstGeom>
          <a:solidFill xmlns:a="http://schemas.openxmlformats.org/drawingml/2006/main">
            <a:srgbClr val="07161C"/>
          </a:solidFill>
          <a:ln xmlns:a="http://schemas.openxmlformats.org/drawingml/2006/main" w="9525">
            <a:solidFill>
              <a:srgbClr val="07161C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761503F-1595-467B-99F9-7FADBEDE0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531495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63DFEF"/>
                </a:solidFill>
                <a:latin typeface="Noto Sans JP"/>
                <a:ea typeface="Noto Sans JP"/>
                <a:cs typeface="Noto Sans JP"/>
              </a:defRPr>
            </a:pPr>
            <a:r>
              <a:rPr sz="1200" b="1">
                <a:solidFill>
                  <a:srgbClr val="63DFEF"/>
                </a:solidFill>
                <a:latin typeface="Noto Sans JP"/>
                <a:ea typeface="Noto Sans JP"/>
                <a:cs typeface="Noto Sans JP"/>
              </a:rPr>
              <a:t>相談の使い方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FDD58C7-DF57-4A55-B1E3-C0CDC08D4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5257800"/>
            <a:ext cx="68770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425" b="1">
                <a:solidFill>
                  <a:srgbClr val="EAF7F8"/>
                </a:solidFill>
                <a:latin typeface="Noto Sans JP"/>
                <a:ea typeface="Noto Sans JP"/>
                <a:cs typeface="Noto Sans JP"/>
              </a:defRPr>
            </a:pPr>
            <a:r>
              <a:rPr sz="1425" b="1">
                <a:solidFill>
                  <a:srgbClr val="EAF7F8"/>
                </a:solidFill>
                <a:latin typeface="Noto Sans JP"/>
                <a:ea typeface="Noto Sans JP"/>
                <a:cs typeface="Noto Sans JP"/>
              </a:rPr>
              <a:t>優先順と途中期限は本人が確認。予約・納期は守る。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470C6AA-C1CF-45FB-8A01-571A57859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27622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750" b="1">
                <a:solidFill>
                  <a:srgbClr val="7C908E"/>
                </a:solidFill>
                <a:latin typeface="Noto Sans JP"/>
                <a:ea typeface="Noto Sans JP"/>
                <a:cs typeface="Noto Sans JP"/>
              </a:defRPr>
            </a:pPr>
            <a:r>
              <a:rPr sz="750" b="1">
                <a:solidFill>
                  <a:srgbClr val="7C908E"/>
                </a:solidFill>
                <a:latin typeface="Noto Sans JP"/>
                <a:ea typeface="Noto Sans JP"/>
                <a:cs typeface="Noto Sans JP"/>
              </a:rPr>
              <a:t>AI NORIKO STARTER KIT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5368004-CAFD-44BD-8C26-0CC737AE4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6467475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825" b="1">
                <a:solidFill>
                  <a:srgbClr val="138596"/>
                </a:solidFill>
                <a:latin typeface="Noto Sans JP"/>
                <a:ea typeface="Noto Sans JP"/>
                <a:cs typeface="Noto Sans JP"/>
              </a:defRPr>
            </a:pPr>
            <a:r>
              <a:rPr sz="825" b="1">
                <a:solidFill>
                  <a:srgbClr val="138596"/>
                </a:solidFill>
                <a:latin typeface="Noto Sans JP"/>
                <a:ea typeface="Noto Sans JP"/>
                <a:cs typeface="Noto Sans JP"/>
              </a:rPr>
              <a:t>22</a:t>
            </a:r>
          </a:p>
        </p:txBody>
      </p:sp>
    </p:spTree>
    <p:extLst>
      <p:ext uri="{BB962C8B-B14F-4D97-AF65-F5344CB8AC3E}">
        <p14:creationId xmlns:p14="http://schemas.microsoft.com/office/powerpoint/2010/main" val="926545261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07161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763A2EB-2CC2-4474-91D6-7C80B7DB9B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3429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63DFEF"/>
                </a:solidFill>
                <a:latin typeface="Noto Sans JP"/>
                <a:ea typeface="Noto Sans JP"/>
                <a:cs typeface="Noto Sans JP"/>
              </a:defRPr>
            </a:pPr>
            <a:r>
              <a:rPr sz="975" b="1">
                <a:solidFill>
                  <a:srgbClr val="63DFEF"/>
                </a:solidFill>
                <a:latin typeface="Noto Sans JP"/>
                <a:ea typeface="Noto Sans JP"/>
                <a:cs typeface="Noto Sans JP"/>
              </a:rPr>
              <a:t>04 / OBSIDIAN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9D2ADF6-74E4-4A3A-A9F8-21D9B794D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62000"/>
            <a:ext cx="10820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150" b="1">
                <a:solidFill>
                  <a:srgbClr val="EAF7F8"/>
                </a:solidFill>
                <a:latin typeface="Noto Sans JP"/>
                <a:ea typeface="Noto Sans JP"/>
                <a:cs typeface="Noto Sans JP"/>
              </a:defRPr>
            </a:pPr>
            <a:r>
              <a:rPr sz="3150" b="1">
                <a:solidFill>
                  <a:srgbClr val="EAF7F8"/>
                </a:solidFill>
                <a:latin typeface="Noto Sans JP"/>
                <a:ea typeface="Noto Sans JP"/>
                <a:cs typeface="Noto Sans JP"/>
              </a:rPr>
              <a:t>Obsidianの知識を、相談に使う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2D13224-D10B-404F-AD40-EA340155D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495425"/>
            <a:ext cx="10287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425" b="0">
                <a:solidFill>
                  <a:srgbClr val="8FA8AD"/>
                </a:solidFill>
                <a:latin typeface="Noto Sans JP"/>
                <a:ea typeface="Noto Sans JP"/>
                <a:cs typeface="Noto Sans JP"/>
              </a:defRPr>
            </a:pPr>
            <a:r>
              <a:rPr sz="1425" b="0">
                <a:solidFill>
                  <a:srgbClr val="8FA8AD"/>
                </a:solidFill>
                <a:latin typeface="Noto Sans JP"/>
                <a:ea typeface="Noto Sans JP"/>
                <a:cs typeface="Noto Sans JP"/>
              </a:rPr>
              <a:t>個人の考え方にも、承認済みの会社方針にも。同じ仕組みで参照します。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A7166AF-CFE8-4585-ADDE-E8FFCE1E1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85800" y="1971675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34149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0F752A9-D8B4-4273-A66F-FA18BDA8C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381250"/>
            <a:ext cx="3676650" cy="55245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0D2931"/>
          </a:solidFill>
          <a:ln xmlns:a="http://schemas.openxmlformats.org/drawingml/2006/main" w="9525">
            <a:solidFill>
              <a:srgbClr val="254D56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3A09AE0-4814-40FB-9D65-0C2120B9B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495550"/>
            <a:ext cx="95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63DFEF"/>
                </a:solidFill>
                <a:latin typeface="Noto Sans JP"/>
                <a:ea typeface="Noto Sans JP"/>
                <a:cs typeface="Noto Sans JP"/>
              </a:defRPr>
            </a:pPr>
            <a:r>
              <a:rPr sz="1350" b="1">
                <a:solidFill>
                  <a:srgbClr val="63DFEF"/>
                </a:solidFill>
                <a:latin typeface="Noto Sans JP"/>
                <a:ea typeface="Noto Sans JP"/>
                <a:cs typeface="Noto Sans JP"/>
              </a:rPr>
              <a:t>考え方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DCA3C70-C252-455C-B43C-7C1C4C72D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249555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75" b="0">
                <a:solidFill>
                  <a:srgbClr val="EAF7F8"/>
                </a:solidFill>
                <a:latin typeface="Noto Sans JP"/>
                <a:ea typeface="Noto Sans JP"/>
                <a:cs typeface="Noto Sans JP"/>
              </a:defRPr>
            </a:pPr>
            <a:r>
              <a:rPr sz="1275" b="0">
                <a:solidFill>
                  <a:srgbClr val="EAF7F8"/>
                </a:solidFill>
                <a:latin typeface="Noto Sans JP"/>
                <a:ea typeface="Noto Sans JP"/>
                <a:cs typeface="Noto Sans JP"/>
              </a:rPr>
              <a:t>承認した判断基準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BC37E2A-AC82-47A3-A632-473BE8C40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105150"/>
            <a:ext cx="3676650" cy="55245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0D2931"/>
          </a:solidFill>
          <a:ln xmlns:a="http://schemas.openxmlformats.org/drawingml/2006/main" w="9525">
            <a:solidFill>
              <a:srgbClr val="254D56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9A90856-F8FD-454D-A759-AE5016203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219450"/>
            <a:ext cx="95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63DFEF"/>
                </a:solidFill>
                <a:latin typeface="Noto Sans JP"/>
                <a:ea typeface="Noto Sans JP"/>
                <a:cs typeface="Noto Sans JP"/>
              </a:defRPr>
            </a:pPr>
            <a:r>
              <a:rPr sz="1350" b="1">
                <a:solidFill>
                  <a:srgbClr val="63DFEF"/>
                </a:solidFill>
                <a:latin typeface="Noto Sans JP"/>
                <a:ea typeface="Noto Sans JP"/>
                <a:cs typeface="Noto Sans JP"/>
              </a:rPr>
              <a:t>講義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DDBB321-F042-40A9-8086-507D5C80E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321945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75" b="0">
                <a:solidFill>
                  <a:srgbClr val="EAF7F8"/>
                </a:solidFill>
                <a:latin typeface="Noto Sans JP"/>
                <a:ea typeface="Noto Sans JP"/>
                <a:cs typeface="Noto Sans JP"/>
              </a:defRPr>
            </a:pPr>
            <a:r>
              <a:rPr sz="1275" b="0">
                <a:solidFill>
                  <a:srgbClr val="EAF7F8"/>
                </a:solidFill>
                <a:latin typeface="Noto Sans JP"/>
                <a:ea typeface="Noto Sans JP"/>
                <a:cs typeface="Noto Sans JP"/>
              </a:rPr>
              <a:t>自分が説明した内容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58E8358-9583-4979-9C1F-6F7003608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829050"/>
            <a:ext cx="3676650" cy="55245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0D2931"/>
          </a:solidFill>
          <a:ln xmlns:a="http://schemas.openxmlformats.org/drawingml/2006/main" w="9525">
            <a:solidFill>
              <a:srgbClr val="254D56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BDA6834-61E1-4F37-85D7-3F6E3E67B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943350"/>
            <a:ext cx="95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63DFEF"/>
                </a:solidFill>
                <a:latin typeface="Noto Sans JP"/>
                <a:ea typeface="Noto Sans JP"/>
                <a:cs typeface="Noto Sans JP"/>
              </a:defRPr>
            </a:pPr>
            <a:r>
              <a:rPr sz="1350" b="1">
                <a:solidFill>
                  <a:srgbClr val="63DFEF"/>
                </a:solidFill>
                <a:latin typeface="Noto Sans JP"/>
                <a:ea typeface="Noto Sans JP"/>
                <a:cs typeface="Noto Sans JP"/>
              </a:rPr>
              <a:t>会話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7031842-8011-4350-926B-795CFA145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394335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75" b="0">
                <a:solidFill>
                  <a:srgbClr val="EAF7F8"/>
                </a:solidFill>
                <a:latin typeface="Noto Sans JP"/>
                <a:ea typeface="Noto Sans JP"/>
                <a:cs typeface="Noto Sans JP"/>
              </a:defRPr>
            </a:pPr>
            <a:r>
              <a:rPr sz="1275" b="0">
                <a:solidFill>
                  <a:srgbClr val="EAF7F8"/>
                </a:solidFill>
                <a:latin typeface="Noto Sans JP"/>
                <a:ea typeface="Noto Sans JP"/>
                <a:cs typeface="Noto Sans JP"/>
              </a:rPr>
              <a:t>本人確認済みの過去ログ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241A237-6960-453B-94FD-AA73BCCB3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552950"/>
            <a:ext cx="3676650" cy="55245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0D2931"/>
          </a:solidFill>
          <a:ln xmlns:a="http://schemas.openxmlformats.org/drawingml/2006/main" w="9525">
            <a:solidFill>
              <a:srgbClr val="254D56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6BEDE1C-190F-48FD-86FE-16EA85D96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667250"/>
            <a:ext cx="95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63DFEF"/>
                </a:solidFill>
                <a:latin typeface="Noto Sans JP"/>
                <a:ea typeface="Noto Sans JP"/>
                <a:cs typeface="Noto Sans JP"/>
              </a:defRPr>
            </a:pPr>
            <a:r>
              <a:rPr sz="1350" b="1">
                <a:solidFill>
                  <a:srgbClr val="63DFEF"/>
                </a:solidFill>
                <a:latin typeface="Noto Sans JP"/>
                <a:ea typeface="Noto Sans JP"/>
                <a:cs typeface="Noto Sans JP"/>
              </a:rPr>
              <a:t>文章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08CD7B5-3A4D-434D-A472-623C1D51C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466725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75" b="0">
                <a:solidFill>
                  <a:srgbClr val="EAF7F8"/>
                </a:solidFill>
                <a:latin typeface="Noto Sans JP"/>
                <a:ea typeface="Noto Sans JP"/>
                <a:cs typeface="Noto Sans JP"/>
              </a:defRPr>
            </a:pPr>
            <a:r>
              <a:rPr sz="1275" b="0">
                <a:solidFill>
                  <a:srgbClr val="EAF7F8"/>
                </a:solidFill>
                <a:latin typeface="Noto Sans JP"/>
                <a:ea typeface="Noto Sans JP"/>
                <a:cs typeface="Noto Sans JP"/>
              </a:rPr>
              <a:t>コラム・メモ・事例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C746860-2021-44D5-8870-443D17A24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3352800"/>
            <a:ext cx="1104900" cy="609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45965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FA7345B-0CD9-49C4-B4F8-BCB1D6CFA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571750"/>
            <a:ext cx="2190750" cy="2190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3DFEF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E65BBEE-24E2-473E-8898-0BDF2930C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209925"/>
            <a:ext cx="15049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950" b="1">
                <a:solidFill>
                  <a:srgbClr val="07161C"/>
                </a:solidFill>
                <a:latin typeface="Noto Sans JP"/>
                <a:ea typeface="Noto Sans JP"/>
                <a:cs typeface="Noto Sans JP"/>
              </a:defRPr>
            </a:pPr>
            <a:r>
              <a:rPr sz="1950" b="1">
                <a:solidFill>
                  <a:srgbClr val="07161C"/>
                </a:solidFill>
                <a:latin typeface="Noto Sans JP"/>
                <a:ea typeface="Noto Sans JP"/>
                <a:cs typeface="Noto Sans JP"/>
              </a:rPr>
              <a:t>Obsidian</a:t>
            </a:r>
          </a:p>
          <a:p xmlns:a="http://schemas.openxmlformats.org/drawingml/2006/main">
            <a:pPr>
              <a:buNone/>
              <a:defRPr sz="1950" b="1">
                <a:solidFill>
                  <a:srgbClr val="07161C"/>
                </a:solidFill>
                <a:latin typeface="Noto Sans JP"/>
                <a:ea typeface="Noto Sans JP"/>
                <a:cs typeface="Noto Sans JP"/>
              </a:defRPr>
            </a:pPr>
            <a:r>
              <a:rPr sz="1950" b="1">
                <a:solidFill>
                  <a:srgbClr val="07161C"/>
                </a:solidFill>
                <a:latin typeface="Noto Sans JP"/>
                <a:ea typeface="Noto Sans JP"/>
                <a:cs typeface="Noto Sans JP"/>
              </a:rPr>
              <a:t>ナレッジ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4FD1C11-403A-478E-8961-F7178FCE8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3352800"/>
            <a:ext cx="1066800" cy="609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45965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BC11485-E230-446A-9916-CBFCC689C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8875" y="2857500"/>
            <a:ext cx="1428750" cy="16192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0D2931"/>
          </a:solidFill>
          <a:ln xmlns:a="http://schemas.openxmlformats.org/drawingml/2006/main" w="9525">
            <a:solidFill>
              <a:srgbClr val="2B6470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1893E5B-907C-4192-9B08-E139B1771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3143250"/>
            <a:ext cx="9525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950" b="1">
                <a:solidFill>
                  <a:srgbClr val="EAF7F8"/>
                </a:solidFill>
                <a:latin typeface="Noto Sans JP"/>
                <a:ea typeface="Noto Sans JP"/>
                <a:cs typeface="Noto Sans JP"/>
              </a:defRPr>
            </a:pPr>
            <a:r>
              <a:rPr sz="1950" b="1">
                <a:solidFill>
                  <a:srgbClr val="EAF7F8"/>
                </a:solidFill>
                <a:latin typeface="Noto Sans JP"/>
                <a:ea typeface="Noto Sans JP"/>
                <a:cs typeface="Noto Sans JP"/>
              </a:rPr>
              <a:t>相談</a:t>
            </a:r>
          </a:p>
          <a:p xmlns:a="http://schemas.openxmlformats.org/drawingml/2006/main">
            <a:pPr>
              <a:buNone/>
              <a:defRPr sz="1950" b="1">
                <a:solidFill>
                  <a:srgbClr val="EAF7F8"/>
                </a:solidFill>
                <a:latin typeface="Noto Sans JP"/>
                <a:ea typeface="Noto Sans JP"/>
                <a:cs typeface="Noto Sans JP"/>
              </a:defRPr>
            </a:pPr>
            <a:r>
              <a:rPr sz="1950" b="1">
                <a:solidFill>
                  <a:srgbClr val="EAF7F8"/>
                </a:solidFill>
                <a:latin typeface="Noto Sans JP"/>
                <a:ea typeface="Noto Sans JP"/>
                <a:cs typeface="Noto Sans JP"/>
              </a:rPr>
              <a:t>回答</a:t>
            </a:r>
          </a:p>
          <a:p xmlns:a="http://schemas.openxmlformats.org/drawingml/2006/main">
            <a:pPr>
              <a:buNone/>
              <a:defRPr sz="1950" b="1">
                <a:solidFill>
                  <a:srgbClr val="EAF7F8"/>
                </a:solidFill>
                <a:latin typeface="Noto Sans JP"/>
                <a:ea typeface="Noto Sans JP"/>
                <a:cs typeface="Noto Sans JP"/>
              </a:defRPr>
            </a:pPr>
            <a:r>
              <a:rPr sz="1950" b="1">
                <a:solidFill>
                  <a:srgbClr val="EAF7F8"/>
                </a:solidFill>
                <a:latin typeface="Noto Sans JP"/>
                <a:ea typeface="Noto Sans JP"/>
                <a:cs typeface="Noto Sans JP"/>
              </a:rPr>
              <a:t>提案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A11F19E-9E7A-4B5D-A280-0521E775A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476875"/>
            <a:ext cx="9144000" cy="419100"/>
          </a:xfrm>
          <a:prstGeom xmlns:a="http://schemas.openxmlformats.org/drawingml/2006/main" prst="roundRect">
            <a:avLst>
              <a:gd name="adj" fmla="val 15909"/>
            </a:avLst>
          </a:prstGeom>
          <a:solidFill xmlns:a="http://schemas.openxmlformats.org/drawingml/2006/main">
            <a:srgbClr val="302719"/>
          </a:solidFill>
          <a:ln xmlns:a="http://schemas.openxmlformats.org/drawingml/2006/main" w="9525">
            <a:solidFill>
              <a:srgbClr val="7F6638"/>
            </a:solidFill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E4BC72"/>
                </a:solidFill>
                <a:latin typeface="Noto Sans JP"/>
                <a:ea typeface="Noto Sans JP"/>
                <a:cs typeface="Noto Sans JP"/>
              </a:defRPr>
            </a:pPr>
            <a:r>
              <a:rPr sz="1350" b="1">
                <a:solidFill>
                  <a:srgbClr val="E4BC72"/>
                </a:solidFill>
                <a:latin typeface="Noto Sans JP"/>
                <a:ea typeface="Noto Sans JP"/>
                <a:cs typeface="Noto Sans JP"/>
              </a:rPr>
              <a:t>記録を入れるだけで人格を完全再現するわけではありません。根拠を確認します。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E35FD3F-FCC8-4E72-A0B4-BF03ADB33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27622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750" b="1">
                <a:solidFill>
                  <a:srgbClr val="557279"/>
                </a:solidFill>
                <a:latin typeface="Noto Sans JP"/>
                <a:ea typeface="Noto Sans JP"/>
                <a:cs typeface="Noto Sans JP"/>
              </a:defRPr>
            </a:pPr>
            <a:r>
              <a:rPr sz="750" b="1">
                <a:solidFill>
                  <a:srgbClr val="557279"/>
                </a:solidFill>
                <a:latin typeface="Noto Sans JP"/>
                <a:ea typeface="Noto Sans JP"/>
                <a:cs typeface="Noto Sans JP"/>
              </a:rPr>
              <a:t>AI NORIKO STARTER KIT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50C1211-C203-4F15-9339-95525F7F4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6467475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825" b="1">
                <a:solidFill>
                  <a:srgbClr val="63DFEF"/>
                </a:solidFill>
                <a:latin typeface="Noto Sans JP"/>
                <a:ea typeface="Noto Sans JP"/>
                <a:cs typeface="Noto Sans JP"/>
              </a:defRPr>
            </a:pPr>
            <a:r>
              <a:rPr sz="825" b="1">
                <a:solidFill>
                  <a:srgbClr val="63DFEF"/>
                </a:solidFill>
                <a:latin typeface="Noto Sans JP"/>
                <a:ea typeface="Noto Sans JP"/>
                <a:cs typeface="Noto Sans JP"/>
              </a:rPr>
              <a:t>23</a:t>
            </a:r>
          </a:p>
        </p:txBody>
      </p:sp>
    </p:spTree>
    <p:extLst>
      <p:ext uri="{BB962C8B-B14F-4D97-AF65-F5344CB8AC3E}">
        <p14:creationId xmlns:p14="http://schemas.microsoft.com/office/powerpoint/2010/main" val="712453325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7F4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6151F62-A1B2-4316-84B8-B1560D1F0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3429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138596"/>
                </a:solidFill>
                <a:latin typeface="Noto Sans JP"/>
                <a:ea typeface="Noto Sans JP"/>
                <a:cs typeface="Noto Sans JP"/>
              </a:defRPr>
            </a:pPr>
            <a:r>
              <a:rPr sz="975" b="1">
                <a:solidFill>
                  <a:srgbClr val="138596"/>
                </a:solidFill>
                <a:latin typeface="Noto Sans JP"/>
                <a:ea typeface="Noto Sans JP"/>
                <a:cs typeface="Noto Sans JP"/>
              </a:rPr>
              <a:t>04 / OBSIDIAN SETUP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8AB7FDA-6307-4DE7-A56F-32108E695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62000"/>
            <a:ext cx="10820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150" b="1">
                <a:solidFill>
                  <a:srgbClr val="07161C"/>
                </a:solidFill>
                <a:latin typeface="Noto Sans JP"/>
                <a:ea typeface="Noto Sans JP"/>
                <a:cs typeface="Noto Sans JP"/>
              </a:defRPr>
            </a:pPr>
            <a:r>
              <a:rPr sz="3150" b="1">
                <a:solidFill>
                  <a:srgbClr val="07161C"/>
                </a:solidFill>
                <a:latin typeface="Noto Sans JP"/>
                <a:ea typeface="Noto Sans JP"/>
                <a:cs typeface="Noto Sans JP"/>
              </a:rPr>
              <a:t>Obsidianは、同じ保存先を開く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2DC25B7-E183-4437-A271-308BA6FD7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495425"/>
            <a:ext cx="10287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425" b="0">
                <a:solidFill>
                  <a:srgbClr val="607579"/>
                </a:solidFill>
                <a:latin typeface="Noto Sans JP"/>
                <a:ea typeface="Noto Sans JP"/>
                <a:cs typeface="Noto Sans JP"/>
              </a:defRPr>
            </a:pPr>
            <a:r>
              <a:rPr sz="1425" b="0">
                <a:solidFill>
                  <a:srgbClr val="607579"/>
                </a:solidFill>
                <a:latin typeface="Noto Sans JP"/>
                <a:ea typeface="Noto Sans JP"/>
                <a:cs typeface="Noto Sans JP"/>
              </a:rPr>
              <a:t>P04をCodexへ。場所を一致させ、サンプル1件で試します。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5D555F8-9B87-4D4D-9D15-FBA77BD14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85800" y="1971675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8D4CF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69D5C94-B41D-41AA-8D2B-F33EE1BF7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571750"/>
            <a:ext cx="571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75" b="1">
                <a:solidFill>
                  <a:srgbClr val="138596"/>
                </a:solidFill>
                <a:latin typeface="Noto Sans JP"/>
                <a:ea typeface="Noto Sans JP"/>
                <a:cs typeface="Noto Sans JP"/>
              </a:defRPr>
            </a:pPr>
            <a:r>
              <a:rPr sz="1275" b="1">
                <a:solidFill>
                  <a:srgbClr val="138596"/>
                </a:solidFill>
                <a:latin typeface="Noto Sans JP"/>
                <a:ea typeface="Noto Sans JP"/>
                <a:cs typeface="Noto Sans JP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044C5ED-8D15-4A9D-97F0-6CB5497A1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095625"/>
            <a:ext cx="2095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75" b="1">
                <a:solidFill>
                  <a:srgbClr val="07161C"/>
                </a:solidFill>
                <a:latin typeface="Noto Sans JP"/>
                <a:ea typeface="Noto Sans JP"/>
                <a:cs typeface="Noto Sans JP"/>
              </a:defRPr>
            </a:pPr>
            <a:r>
              <a:rPr sz="2175" b="1">
                <a:solidFill>
                  <a:srgbClr val="07161C"/>
                </a:solidFill>
                <a:latin typeface="Noto Sans JP"/>
                <a:ea typeface="Noto Sans JP"/>
                <a:cs typeface="Noto Sans JP"/>
              </a:rPr>
              <a:t>確認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F395770-8758-488A-9548-C30079C0E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733800"/>
            <a:ext cx="2095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75" b="0">
                <a:solidFill>
                  <a:srgbClr val="607579"/>
                </a:solidFill>
                <a:latin typeface="Noto Sans JP"/>
                <a:ea typeface="Noto Sans JP"/>
                <a:cs typeface="Noto Sans JP"/>
              </a:defRPr>
            </a:pPr>
            <a:r>
              <a:rPr sz="1275" b="0">
                <a:solidFill>
                  <a:srgbClr val="607579"/>
                </a:solidFill>
                <a:latin typeface="Noto Sans JP"/>
                <a:ea typeface="Noto Sans JP"/>
                <a:cs typeface="Noto Sans JP"/>
              </a:rPr>
              <a:t>NORIKOの保存先を見る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D885E12-E6AA-4DFF-AB0C-0381C6A14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742950" y="4629150"/>
            <a:ext cx="2095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138596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8F25AAA-8983-41C9-938D-7CEFB5409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3514725"/>
            <a:ext cx="476250" cy="3619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C2D2CE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C24B9B4-DB3A-4547-ADBD-CB1FBE0BB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571750"/>
            <a:ext cx="571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75" b="1">
                <a:solidFill>
                  <a:srgbClr val="138596"/>
                </a:solidFill>
                <a:latin typeface="Noto Sans JP"/>
                <a:ea typeface="Noto Sans JP"/>
                <a:cs typeface="Noto Sans JP"/>
              </a:defRPr>
            </a:pPr>
            <a:r>
              <a:rPr sz="1275" b="1">
                <a:solidFill>
                  <a:srgbClr val="138596"/>
                </a:solidFill>
                <a:latin typeface="Noto Sans JP"/>
                <a:ea typeface="Noto Sans JP"/>
                <a:cs typeface="Noto Sans JP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8F5C227-9252-4540-ADA6-982A17BC0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095625"/>
            <a:ext cx="2095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75" b="1">
                <a:solidFill>
                  <a:srgbClr val="07161C"/>
                </a:solidFill>
                <a:latin typeface="Noto Sans JP"/>
                <a:ea typeface="Noto Sans JP"/>
                <a:cs typeface="Noto Sans JP"/>
              </a:defRPr>
            </a:pPr>
            <a:r>
              <a:rPr sz="2175" b="1">
                <a:solidFill>
                  <a:srgbClr val="07161C"/>
                </a:solidFill>
                <a:latin typeface="Noto Sans JP"/>
                <a:ea typeface="Noto Sans JP"/>
                <a:cs typeface="Noto Sans JP"/>
              </a:rPr>
              <a:t>開く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B5BBA2C-080B-4A8C-B4D0-24DF22992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733800"/>
            <a:ext cx="2095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75" b="0">
                <a:solidFill>
                  <a:srgbClr val="607579"/>
                </a:solidFill>
                <a:latin typeface="Noto Sans JP"/>
                <a:ea typeface="Noto Sans JP"/>
                <a:cs typeface="Noto Sans JP"/>
              </a:defRPr>
            </a:pPr>
            <a:r>
              <a:rPr sz="1275" b="0">
                <a:solidFill>
                  <a:srgbClr val="607579"/>
                </a:solidFill>
                <a:latin typeface="Noto Sans JP"/>
                <a:ea typeface="Noto Sans JP"/>
                <a:cs typeface="Noto Sans JP"/>
              </a:rPr>
              <a:t>同じフォルダをObsidianで開く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B117D09-7091-496F-B1F3-8086AC8FF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3524250" y="4629150"/>
            <a:ext cx="2095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138596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29AC513-F0C1-4F1C-A636-A372BCC20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3514725"/>
            <a:ext cx="476250" cy="3619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C2D2CE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AEF7CBD-E844-454F-A2CE-1A0F978BF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571750"/>
            <a:ext cx="571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75" b="1">
                <a:solidFill>
                  <a:srgbClr val="138596"/>
                </a:solidFill>
                <a:latin typeface="Noto Sans JP"/>
                <a:ea typeface="Noto Sans JP"/>
                <a:cs typeface="Noto Sans JP"/>
              </a:defRPr>
            </a:pPr>
            <a:r>
              <a:rPr sz="1275" b="1">
                <a:solidFill>
                  <a:srgbClr val="138596"/>
                </a:solidFill>
                <a:latin typeface="Noto Sans JP"/>
                <a:ea typeface="Noto Sans JP"/>
                <a:cs typeface="Noto Sans JP"/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364A9AF-2254-42F3-BA95-34A2C6AC5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095625"/>
            <a:ext cx="2095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75" b="1">
                <a:solidFill>
                  <a:srgbClr val="07161C"/>
                </a:solidFill>
                <a:latin typeface="Noto Sans JP"/>
                <a:ea typeface="Noto Sans JP"/>
                <a:cs typeface="Noto Sans JP"/>
              </a:defRPr>
            </a:pPr>
            <a:r>
              <a:rPr sz="2175" b="1">
                <a:solidFill>
                  <a:srgbClr val="07161C"/>
                </a:solidFill>
                <a:latin typeface="Noto Sans JP"/>
                <a:ea typeface="Noto Sans JP"/>
                <a:cs typeface="Noto Sans JP"/>
              </a:rPr>
              <a:t>保存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9F1E291-74B6-4715-8ECF-E69F6E5F3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733800"/>
            <a:ext cx="2095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75" b="0">
                <a:solidFill>
                  <a:srgbClr val="607579"/>
                </a:solidFill>
                <a:latin typeface="Noto Sans JP"/>
                <a:ea typeface="Noto Sans JP"/>
                <a:cs typeface="Noto Sans JP"/>
              </a:defRPr>
            </a:pPr>
            <a:r>
              <a:rPr sz="1275" b="0">
                <a:solidFill>
                  <a:srgbClr val="607579"/>
                </a:solidFill>
                <a:latin typeface="Noto Sans JP"/>
                <a:ea typeface="Noto Sans JP"/>
                <a:cs typeface="Noto Sans JP"/>
              </a:rPr>
              <a:t>判断基準の.mdを1件保存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C19E983-E104-4998-9A56-FDCD27723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305550" y="4629150"/>
            <a:ext cx="2095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138596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A9B5F82-E2AF-4BD1-800B-1DA9C8061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514725"/>
            <a:ext cx="476250" cy="3619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C2D2CE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AEF9229-D1E7-43D9-B480-BF9BD38D6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2571750"/>
            <a:ext cx="571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75" b="1">
                <a:solidFill>
                  <a:srgbClr val="138596"/>
                </a:solidFill>
                <a:latin typeface="Noto Sans JP"/>
                <a:ea typeface="Noto Sans JP"/>
                <a:cs typeface="Noto Sans JP"/>
              </a:defRPr>
            </a:pPr>
            <a:r>
              <a:rPr sz="1275" b="1">
                <a:solidFill>
                  <a:srgbClr val="138596"/>
                </a:solidFill>
                <a:latin typeface="Noto Sans JP"/>
                <a:ea typeface="Noto Sans JP"/>
                <a:cs typeface="Noto Sans JP"/>
              </a:rPr>
              <a:t>04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F2B97F9-693D-4866-872D-D64F4DC94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3095625"/>
            <a:ext cx="2095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75" b="1">
                <a:solidFill>
                  <a:srgbClr val="07161C"/>
                </a:solidFill>
                <a:latin typeface="Noto Sans JP"/>
                <a:ea typeface="Noto Sans JP"/>
                <a:cs typeface="Noto Sans JP"/>
              </a:defRPr>
            </a:pPr>
            <a:r>
              <a:rPr sz="2175" b="1">
                <a:solidFill>
                  <a:srgbClr val="07161C"/>
                </a:solidFill>
                <a:latin typeface="Noto Sans JP"/>
                <a:ea typeface="Noto Sans JP"/>
                <a:cs typeface="Noto Sans JP"/>
              </a:rPr>
              <a:t>質問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52E9C63-DC47-4777-8A6A-D8993F951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3733800"/>
            <a:ext cx="2095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75" b="0">
                <a:solidFill>
                  <a:srgbClr val="607579"/>
                </a:solidFill>
                <a:latin typeface="Noto Sans JP"/>
                <a:ea typeface="Noto Sans JP"/>
                <a:cs typeface="Noto Sans JP"/>
              </a:defRPr>
            </a:pPr>
            <a:r>
              <a:rPr sz="1275" b="0">
                <a:solidFill>
                  <a:srgbClr val="607579"/>
                </a:solidFill>
                <a:latin typeface="Noto Sans JP"/>
                <a:ea typeface="Noto Sans JP"/>
                <a:cs typeface="Noto Sans JP"/>
              </a:rPr>
              <a:t>回答と原文を読み比べる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F22D06C-58BA-403C-B127-2980D1DAA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9086850" y="4629150"/>
            <a:ext cx="2095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E4BC72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4587F47-868D-4A49-BCD9-237F0F39A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314950"/>
            <a:ext cx="99060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D4CF"/>
            </a:solidFill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425" b="1">
                <a:solidFill>
                  <a:srgbClr val="138596"/>
                </a:solidFill>
                <a:latin typeface="Noto Sans JP"/>
                <a:ea typeface="Noto Sans JP"/>
                <a:cs typeface="Noto Sans JP"/>
              </a:defRPr>
            </a:pPr>
            <a:r>
              <a:rPr sz="1425" b="1">
                <a:solidFill>
                  <a:srgbClr val="138596"/>
                </a:solidFill>
                <a:latin typeface="Noto Sans JP"/>
                <a:ea typeface="Noto Sans JP"/>
                <a:cs typeface="Noto Sans JP"/>
              </a:rPr>
              <a:t>自分の知識はP04。配布用NORIKOナレッジはP21と巻末の導入手順へ。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D1389C8-5F24-4412-AD61-1E42319D7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27622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750" b="1">
                <a:solidFill>
                  <a:srgbClr val="7C908E"/>
                </a:solidFill>
                <a:latin typeface="Noto Sans JP"/>
                <a:ea typeface="Noto Sans JP"/>
                <a:cs typeface="Noto Sans JP"/>
              </a:defRPr>
            </a:pPr>
            <a:r>
              <a:rPr sz="750" b="1">
                <a:solidFill>
                  <a:srgbClr val="7C908E"/>
                </a:solidFill>
                <a:latin typeface="Noto Sans JP"/>
                <a:ea typeface="Noto Sans JP"/>
                <a:cs typeface="Noto Sans JP"/>
              </a:rPr>
              <a:t>AI NORIKO STARTER KIT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1A01BF4-C9F6-4807-8897-4B9BFE073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6467475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825" b="1">
                <a:solidFill>
                  <a:srgbClr val="138596"/>
                </a:solidFill>
                <a:latin typeface="Noto Sans JP"/>
                <a:ea typeface="Noto Sans JP"/>
                <a:cs typeface="Noto Sans JP"/>
              </a:defRPr>
            </a:pPr>
            <a:r>
              <a:rPr sz="825" b="1">
                <a:solidFill>
                  <a:srgbClr val="138596"/>
                </a:solidFill>
                <a:latin typeface="Noto Sans JP"/>
                <a:ea typeface="Noto Sans JP"/>
                <a:cs typeface="Noto Sans JP"/>
              </a:rPr>
              <a:t>24</a:t>
            </a:r>
          </a:p>
        </p:txBody>
      </p:sp>
    </p:spTree>
    <p:extLst>
      <p:ext uri="{BB962C8B-B14F-4D97-AF65-F5344CB8AC3E}">
        <p14:creationId xmlns:p14="http://schemas.microsoft.com/office/powerpoint/2010/main" val="654813812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7F4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6151F62-A1B2-4316-84B8-B1560D1F0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3429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138596"/>
                </a:solidFill>
                <a:latin typeface="Noto Sans JP"/>
                <a:ea typeface="Noto Sans JP"/>
                <a:cs typeface="Noto Sans JP"/>
              </a:defRPr>
            </a:pPr>
            <a:r>
              <a:rPr sz="975" b="1">
                <a:solidFill>
                  <a:srgbClr val="138596"/>
                </a:solidFill>
                <a:latin typeface="Noto Sans JP"/>
                <a:ea typeface="Noto Sans JP"/>
                <a:cs typeface="Noto Sans JP"/>
              </a:rPr>
              <a:t>04 / KNOWLEDGE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8AB7FDA-6307-4DE7-A56F-32108E695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62000"/>
            <a:ext cx="10820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150" b="1">
                <a:solidFill>
                  <a:srgbClr val="07161C"/>
                </a:solidFill>
                <a:latin typeface="Noto Sans JP"/>
                <a:ea typeface="Noto Sans JP"/>
                <a:cs typeface="Noto Sans JP"/>
              </a:defRPr>
            </a:pPr>
            <a:r>
              <a:rPr sz="3150" b="1">
                <a:solidFill>
                  <a:srgbClr val="07161C"/>
                </a:solidFill>
                <a:latin typeface="Noto Sans JP"/>
                <a:ea typeface="Noto Sans JP"/>
                <a:cs typeface="Noto Sans JP"/>
              </a:rPr>
              <a:t>ナレッジは4段階で増やす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2DC25B7-E183-4437-A271-308BA6FD7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495425"/>
            <a:ext cx="10287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425" b="0">
                <a:solidFill>
                  <a:srgbClr val="607579"/>
                </a:solidFill>
                <a:latin typeface="Noto Sans JP"/>
                <a:ea typeface="Noto Sans JP"/>
                <a:cs typeface="Noto Sans JP"/>
              </a:defRPr>
            </a:pPr>
            <a:r>
              <a:rPr sz="1425" b="0">
                <a:solidFill>
                  <a:srgbClr val="607579"/>
                </a:solidFill>
                <a:latin typeface="Noto Sans JP"/>
                <a:ea typeface="Noto Sans JP"/>
                <a:cs typeface="Noto Sans JP"/>
              </a:rPr>
              <a:t>P10でまず3件。全文一括投入ではなく、内容と権限を確認します。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5D555F8-9B87-4D4D-9D15-FBA77BD14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85800" y="1971675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8D4CF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69D5C94-B41D-41AA-8D2B-F33EE1BF7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571750"/>
            <a:ext cx="571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75" b="1">
                <a:solidFill>
                  <a:srgbClr val="138596"/>
                </a:solidFill>
                <a:latin typeface="Noto Sans JP"/>
                <a:ea typeface="Noto Sans JP"/>
                <a:cs typeface="Noto Sans JP"/>
              </a:defRPr>
            </a:pPr>
            <a:r>
              <a:rPr sz="1275" b="1">
                <a:solidFill>
                  <a:srgbClr val="138596"/>
                </a:solidFill>
                <a:latin typeface="Noto Sans JP"/>
                <a:ea typeface="Noto Sans JP"/>
                <a:cs typeface="Noto Sans JP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044C5ED-8D15-4A9D-97F0-6CB5497A1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095625"/>
            <a:ext cx="2095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75" b="1">
                <a:solidFill>
                  <a:srgbClr val="07161C"/>
                </a:solidFill>
                <a:latin typeface="Noto Sans JP"/>
                <a:ea typeface="Noto Sans JP"/>
                <a:cs typeface="Noto Sans JP"/>
              </a:defRPr>
            </a:pPr>
            <a:r>
              <a:rPr sz="2175" b="1">
                <a:solidFill>
                  <a:srgbClr val="07161C"/>
                </a:solidFill>
                <a:latin typeface="Noto Sans JP"/>
                <a:ea typeface="Noto Sans JP"/>
                <a:cs typeface="Noto Sans JP"/>
              </a:rPr>
              <a:t>集める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F395770-8758-488A-9548-C30079C0E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733800"/>
            <a:ext cx="2095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75" b="0">
                <a:solidFill>
                  <a:srgbClr val="607579"/>
                </a:solidFill>
                <a:latin typeface="Noto Sans JP"/>
                <a:ea typeface="Noto Sans JP"/>
                <a:cs typeface="Noto Sans JP"/>
              </a:defRPr>
            </a:pPr>
            <a:r>
              <a:rPr sz="1275" b="0">
                <a:solidFill>
                  <a:srgbClr val="607579"/>
                </a:solidFill>
                <a:latin typeface="Noto Sans JP"/>
                <a:ea typeface="Noto Sans JP"/>
                <a:cs typeface="Noto Sans JP"/>
              </a:rPr>
              <a:t>講義動画・会話・コラム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D885E12-E6AA-4DFF-AB0C-0381C6A14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742950" y="4629150"/>
            <a:ext cx="2095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138596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8F25AAA-8983-41C9-938D-7CEFB5409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3514725"/>
            <a:ext cx="476250" cy="3619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C2D2CE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C24B9B4-DB3A-4547-ADBD-CB1FBE0BB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571750"/>
            <a:ext cx="571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75" b="1">
                <a:solidFill>
                  <a:srgbClr val="138596"/>
                </a:solidFill>
                <a:latin typeface="Noto Sans JP"/>
                <a:ea typeface="Noto Sans JP"/>
                <a:cs typeface="Noto Sans JP"/>
              </a:defRPr>
            </a:pPr>
            <a:r>
              <a:rPr sz="1275" b="1">
                <a:solidFill>
                  <a:srgbClr val="138596"/>
                </a:solidFill>
                <a:latin typeface="Noto Sans JP"/>
                <a:ea typeface="Noto Sans JP"/>
                <a:cs typeface="Noto Sans JP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8F5C227-9252-4540-ADA6-982A17BC0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095625"/>
            <a:ext cx="2095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75" b="1">
                <a:solidFill>
                  <a:srgbClr val="07161C"/>
                </a:solidFill>
                <a:latin typeface="Noto Sans JP"/>
                <a:ea typeface="Noto Sans JP"/>
                <a:cs typeface="Noto Sans JP"/>
              </a:defRPr>
            </a:pPr>
            <a:r>
              <a:rPr sz="2175" b="1">
                <a:solidFill>
                  <a:srgbClr val="07161C"/>
                </a:solidFill>
                <a:latin typeface="Noto Sans JP"/>
                <a:ea typeface="Noto Sans JP"/>
                <a:cs typeface="Noto Sans JP"/>
              </a:rPr>
              <a:t>文字化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B5BBA2C-080B-4A8C-B4D0-24DF22992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733800"/>
            <a:ext cx="2095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75" b="0">
                <a:solidFill>
                  <a:srgbClr val="607579"/>
                </a:solidFill>
                <a:latin typeface="Noto Sans JP"/>
                <a:ea typeface="Noto Sans JP"/>
                <a:cs typeface="Noto Sans JP"/>
              </a:defRPr>
            </a:pPr>
            <a:r>
              <a:rPr sz="1275" b="0">
                <a:solidFill>
                  <a:srgbClr val="607579"/>
                </a:solidFill>
                <a:latin typeface="Noto Sans JP"/>
                <a:ea typeface="Noto Sans JP"/>
                <a:cs typeface="Noto Sans JP"/>
              </a:rPr>
              <a:t>文字起こし・書き出し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B117D09-7091-496F-B1F3-8086AC8FF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3524250" y="4629150"/>
            <a:ext cx="2095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138596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29AC513-F0C1-4F1C-A636-A372BCC20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3514725"/>
            <a:ext cx="476250" cy="3619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C2D2CE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AEF7CBD-E844-454F-A2CE-1A0F978BF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571750"/>
            <a:ext cx="571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75" b="1">
                <a:solidFill>
                  <a:srgbClr val="138596"/>
                </a:solidFill>
                <a:latin typeface="Noto Sans JP"/>
                <a:ea typeface="Noto Sans JP"/>
                <a:cs typeface="Noto Sans JP"/>
              </a:defRPr>
            </a:pPr>
            <a:r>
              <a:rPr sz="1275" b="1">
                <a:solidFill>
                  <a:srgbClr val="138596"/>
                </a:solidFill>
                <a:latin typeface="Noto Sans JP"/>
                <a:ea typeface="Noto Sans JP"/>
                <a:cs typeface="Noto Sans JP"/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364A9AF-2254-42F3-BA95-34A2C6AC5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095625"/>
            <a:ext cx="2095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75" b="1">
                <a:solidFill>
                  <a:srgbClr val="07161C"/>
                </a:solidFill>
                <a:latin typeface="Noto Sans JP"/>
                <a:ea typeface="Noto Sans JP"/>
                <a:cs typeface="Noto Sans JP"/>
              </a:defRPr>
            </a:pPr>
            <a:r>
              <a:rPr sz="2175" b="1">
                <a:solidFill>
                  <a:srgbClr val="07161C"/>
                </a:solidFill>
                <a:latin typeface="Noto Sans JP"/>
                <a:ea typeface="Noto Sans JP"/>
                <a:cs typeface="Noto Sans JP"/>
              </a:rPr>
              <a:t>整理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9F1E291-74B6-4715-8ECF-E69F6E5F3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733800"/>
            <a:ext cx="2095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75" b="0">
                <a:solidFill>
                  <a:srgbClr val="607579"/>
                </a:solidFill>
                <a:latin typeface="Noto Sans JP"/>
                <a:ea typeface="Noto Sans JP"/>
                <a:cs typeface="Noto Sans JP"/>
              </a:defRPr>
            </a:pPr>
            <a:r>
              <a:rPr sz="1275" b="0">
                <a:solidFill>
                  <a:srgbClr val="607579"/>
                </a:solidFill>
                <a:latin typeface="Noto Sans JP"/>
                <a:ea typeface="Noto Sans JP"/>
                <a:cs typeface="Noto Sans JP"/>
              </a:rPr>
              <a:t>原文・要約・基準を分離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C19E983-E104-4998-9A56-FDCD27723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305550" y="4629150"/>
            <a:ext cx="2095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138596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A9B5F82-E2AF-4BD1-800B-1DA9C8061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514725"/>
            <a:ext cx="476250" cy="3619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C2D2CE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AEF9229-D1E7-43D9-B480-BF9BD38D6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2571750"/>
            <a:ext cx="571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75" b="1">
                <a:solidFill>
                  <a:srgbClr val="138596"/>
                </a:solidFill>
                <a:latin typeface="Noto Sans JP"/>
                <a:ea typeface="Noto Sans JP"/>
                <a:cs typeface="Noto Sans JP"/>
              </a:defRPr>
            </a:pPr>
            <a:r>
              <a:rPr sz="1275" b="1">
                <a:solidFill>
                  <a:srgbClr val="138596"/>
                </a:solidFill>
                <a:latin typeface="Noto Sans JP"/>
                <a:ea typeface="Noto Sans JP"/>
                <a:cs typeface="Noto Sans JP"/>
              </a:rPr>
              <a:t>04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F2B97F9-693D-4866-872D-D64F4DC94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3095625"/>
            <a:ext cx="2095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75" b="1">
                <a:solidFill>
                  <a:srgbClr val="07161C"/>
                </a:solidFill>
                <a:latin typeface="Noto Sans JP"/>
                <a:ea typeface="Noto Sans JP"/>
                <a:cs typeface="Noto Sans JP"/>
              </a:defRPr>
            </a:pPr>
            <a:r>
              <a:rPr sz="2175" b="1">
                <a:solidFill>
                  <a:srgbClr val="07161C"/>
                </a:solidFill>
                <a:latin typeface="Noto Sans JP"/>
                <a:ea typeface="Noto Sans JP"/>
                <a:cs typeface="Noto Sans JP"/>
              </a:rPr>
              <a:t>試す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52E9C63-DC47-4777-8A6A-D8993F951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3733800"/>
            <a:ext cx="2095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75" b="0">
                <a:solidFill>
                  <a:srgbClr val="607579"/>
                </a:solidFill>
                <a:latin typeface="Noto Sans JP"/>
                <a:ea typeface="Noto Sans JP"/>
                <a:cs typeface="Noto Sans JP"/>
              </a:defRPr>
            </a:pPr>
            <a:r>
              <a:rPr sz="1275" b="0">
                <a:solidFill>
                  <a:srgbClr val="607579"/>
                </a:solidFill>
                <a:latin typeface="Noto Sans JP"/>
                <a:ea typeface="Noto Sans JP"/>
                <a:cs typeface="Noto Sans JP"/>
              </a:rPr>
              <a:t>質問して根拠を確認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F22D06C-58BA-403C-B127-2980D1DAA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9086850" y="4629150"/>
            <a:ext cx="2095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E4BC72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4587F47-868D-4A49-BCD9-237F0F39A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314950"/>
            <a:ext cx="99060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D4CF"/>
            </a:solidFill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425" b="1">
                <a:solidFill>
                  <a:srgbClr val="138596"/>
                </a:solidFill>
                <a:latin typeface="Noto Sans JP"/>
                <a:ea typeface="Noto Sans JP"/>
                <a:cs typeface="Noto Sans JP"/>
              </a:defRPr>
            </a:pPr>
            <a:r>
              <a:rPr sz="1425" b="1">
                <a:solidFill>
                  <a:srgbClr val="138596"/>
                </a:solidFill>
                <a:latin typeface="Noto Sans JP"/>
                <a:ea typeface="Noto Sans JP"/>
                <a:cs typeface="Noto Sans JP"/>
              </a:rPr>
              <a:t>3件のテストで検索・出典・日付を確認。APIキーや第三者の秘密は除く。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D1389C8-5F24-4412-AD61-1E42319D7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27622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750" b="1">
                <a:solidFill>
                  <a:srgbClr val="7C908E"/>
                </a:solidFill>
                <a:latin typeface="Noto Sans JP"/>
                <a:ea typeface="Noto Sans JP"/>
                <a:cs typeface="Noto Sans JP"/>
              </a:defRPr>
            </a:pPr>
            <a:r>
              <a:rPr sz="750" b="1">
                <a:solidFill>
                  <a:srgbClr val="7C908E"/>
                </a:solidFill>
                <a:latin typeface="Noto Sans JP"/>
                <a:ea typeface="Noto Sans JP"/>
                <a:cs typeface="Noto Sans JP"/>
              </a:rPr>
              <a:t>AI NORIKO STARTER KIT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1A01BF4-C9F6-4807-8897-4B9BFE073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6467475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825" b="1">
                <a:solidFill>
                  <a:srgbClr val="138596"/>
                </a:solidFill>
                <a:latin typeface="Noto Sans JP"/>
                <a:ea typeface="Noto Sans JP"/>
                <a:cs typeface="Noto Sans JP"/>
              </a:defRPr>
            </a:pPr>
            <a:r>
              <a:rPr sz="825" b="1">
                <a:solidFill>
                  <a:srgbClr val="138596"/>
                </a:solidFill>
                <a:latin typeface="Noto Sans JP"/>
                <a:ea typeface="Noto Sans JP"/>
                <a:cs typeface="Noto Sans JP"/>
              </a:rPr>
              <a:t>25</a:t>
            </a:r>
          </a:p>
        </p:txBody>
      </p:sp>
    </p:spTree>
    <p:extLst>
      <p:ext uri="{BB962C8B-B14F-4D97-AF65-F5344CB8AC3E}">
        <p14:creationId xmlns:p14="http://schemas.microsoft.com/office/powerpoint/2010/main" val="654813812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7F4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D85E47F-66AE-4F27-BE95-A0D156372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3429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138596"/>
                </a:solidFill>
                <a:latin typeface="Noto Sans JP"/>
                <a:ea typeface="Noto Sans JP"/>
                <a:cs typeface="Noto Sans JP"/>
              </a:defRPr>
            </a:pPr>
            <a:r>
              <a:rPr sz="975" b="1">
                <a:solidFill>
                  <a:srgbClr val="138596"/>
                </a:solidFill>
                <a:latin typeface="Noto Sans JP"/>
                <a:ea typeface="Noto Sans JP"/>
                <a:cs typeface="Noto Sans JP"/>
              </a:rPr>
              <a:t>04 / INTERVIEW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AFE6120-EBCE-4BE4-846E-C85D1AF4A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62000"/>
            <a:ext cx="10820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150" b="1">
                <a:solidFill>
                  <a:srgbClr val="07161C"/>
                </a:solidFill>
                <a:latin typeface="Noto Sans JP"/>
                <a:ea typeface="Noto Sans JP"/>
                <a:cs typeface="Noto Sans JP"/>
              </a:defRPr>
            </a:pPr>
            <a:r>
              <a:rPr sz="3150" b="1">
                <a:solidFill>
                  <a:srgbClr val="07161C"/>
                </a:solidFill>
                <a:latin typeface="Noto Sans JP"/>
                <a:ea typeface="Noto Sans JP"/>
                <a:cs typeface="Noto Sans JP"/>
              </a:rPr>
              <a:t>抽象的な質問より、具体的な場面を聞く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FA47313-13CE-4123-9914-989906F94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495425"/>
            <a:ext cx="10287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425" b="0">
                <a:solidFill>
                  <a:srgbClr val="607579"/>
                </a:solidFill>
                <a:latin typeface="Noto Sans JP"/>
                <a:ea typeface="Noto Sans JP"/>
                <a:cs typeface="Noto Sans JP"/>
              </a:defRPr>
            </a:pPr>
            <a:r>
              <a:rPr sz="1425" b="0">
                <a:solidFill>
                  <a:srgbClr val="607579"/>
                </a:solidFill>
                <a:latin typeface="Noto Sans JP"/>
                <a:ea typeface="Noto Sans JP"/>
                <a:cs typeface="Noto Sans JP"/>
              </a:rPr>
              <a:t>P05でインタビュー。自分の発言とAIのまとめを分けて残します。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296FFF7-B86B-45DB-B2D5-7937C1927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85800" y="1971675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8D4CF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EAD708C-0784-4B3E-A71D-8796AA05B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381250"/>
            <a:ext cx="3257550" cy="2876550"/>
          </a:xfrm>
          <a:prstGeom xmlns:a="http://schemas.openxmlformats.org/drawingml/2006/main" prst="roundRect">
            <a:avLst>
              <a:gd name="adj" fmla="val 264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D4C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10C1A63-F301-4C90-B350-4DD3A558A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628900"/>
            <a:ext cx="2705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138596"/>
                </a:solidFill>
                <a:latin typeface="Noto Sans JP"/>
                <a:ea typeface="Noto Sans JP"/>
                <a:cs typeface="Noto Sans JP"/>
              </a:defRPr>
            </a:pPr>
            <a:r>
              <a:rPr sz="975" b="1">
                <a:solidFill>
                  <a:srgbClr val="138596"/>
                </a:solidFill>
                <a:latin typeface="Noto Sans JP"/>
                <a:ea typeface="Noto Sans JP"/>
                <a:cs typeface="Noto Sans JP"/>
              </a:rPr>
              <a:t>01 / QUESTION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26330E9-2BDE-4FB4-BB98-568E29DBB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181350"/>
            <a:ext cx="2705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950" b="1">
                <a:solidFill>
                  <a:srgbClr val="07161C"/>
                </a:solidFill>
                <a:latin typeface="Noto Sans JP"/>
                <a:ea typeface="Noto Sans JP"/>
                <a:cs typeface="Noto Sans JP"/>
              </a:defRPr>
            </a:pPr>
            <a:r>
              <a:rPr sz="1950" b="1">
                <a:solidFill>
                  <a:srgbClr val="07161C"/>
                </a:solidFill>
                <a:latin typeface="Noto Sans JP"/>
                <a:ea typeface="Noto Sans JP"/>
                <a:cs typeface="Noto Sans JP"/>
              </a:rPr>
              <a:t>場面を聞く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5BB186D-928B-4DD0-940A-BA8A8EB22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905250"/>
            <a:ext cx="27051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75" b="0">
                <a:solidFill>
                  <a:srgbClr val="607579"/>
                </a:solidFill>
                <a:latin typeface="Noto Sans JP"/>
                <a:ea typeface="Noto Sans JP"/>
                <a:cs typeface="Noto Sans JP"/>
              </a:defRPr>
            </a:pPr>
            <a:r>
              <a:rPr sz="1275" b="0">
                <a:solidFill>
                  <a:srgbClr val="607579"/>
                </a:solidFill>
                <a:latin typeface="Noto Sans JP"/>
                <a:ea typeface="Noto Sans JP"/>
                <a:cs typeface="Noto Sans JP"/>
              </a:rPr>
              <a:t>急な追加依頼なら？</a:t>
            </a:r>
          </a:p>
          <a:p xmlns:a="http://schemas.openxmlformats.org/drawingml/2006/main">
            <a:pPr>
              <a:buNone/>
              <a:defRPr sz="1275" b="0">
                <a:solidFill>
                  <a:srgbClr val="607579"/>
                </a:solidFill>
                <a:latin typeface="Noto Sans JP"/>
                <a:ea typeface="Noto Sans JP"/>
                <a:cs typeface="Noto Sans JP"/>
              </a:defRPr>
            </a:pPr>
            <a:r>
              <a:rPr sz="1275" b="0">
                <a:solidFill>
                  <a:srgbClr val="607579"/>
                </a:solidFill>
                <a:latin typeface="Noto Sans JP"/>
                <a:ea typeface="Noto Sans JP"/>
                <a:cs typeface="Noto Sans JP"/>
              </a:rPr>
              <a:t>納期が重なったら？</a:t>
            </a:r>
          </a:p>
          <a:p xmlns:a="http://schemas.openxmlformats.org/drawingml/2006/main">
            <a:pPr>
              <a:buNone/>
              <a:defRPr sz="1275" b="0">
                <a:solidFill>
                  <a:srgbClr val="607579"/>
                </a:solidFill>
                <a:latin typeface="Noto Sans JP"/>
                <a:ea typeface="Noto Sans JP"/>
                <a:cs typeface="Noto Sans JP"/>
              </a:defRPr>
            </a:pPr>
            <a:r>
              <a:rPr sz="1275" b="0">
                <a:solidFill>
                  <a:srgbClr val="607579"/>
                </a:solidFill>
                <a:latin typeface="Noto Sans JP"/>
                <a:ea typeface="Noto Sans JP"/>
                <a:cs typeface="Noto Sans JP"/>
              </a:rPr>
              <a:t>どこで断る？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2D97995-4F9F-41D4-9C43-E30879B4C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2925" y="2381250"/>
            <a:ext cx="3257550" cy="2876550"/>
          </a:xfrm>
          <a:prstGeom xmlns:a="http://schemas.openxmlformats.org/drawingml/2006/main" prst="roundRect">
            <a:avLst>
              <a:gd name="adj" fmla="val 2649"/>
            </a:avLst>
          </a:prstGeom>
          <a:solidFill xmlns:a="http://schemas.openxmlformats.org/drawingml/2006/main">
            <a:srgbClr val="07161C"/>
          </a:solidFill>
          <a:ln xmlns:a="http://schemas.openxmlformats.org/drawingml/2006/main" w="9525">
            <a:solidFill>
              <a:srgbClr val="07161C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363C985-BC59-4E29-85C0-7D3048148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575" y="2628900"/>
            <a:ext cx="2705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E4BC72"/>
                </a:solidFill>
                <a:latin typeface="Noto Sans JP"/>
                <a:ea typeface="Noto Sans JP"/>
                <a:cs typeface="Noto Sans JP"/>
              </a:defRPr>
            </a:pPr>
            <a:r>
              <a:rPr sz="975" b="1">
                <a:solidFill>
                  <a:srgbClr val="E4BC72"/>
                </a:solidFill>
                <a:latin typeface="Noto Sans JP"/>
                <a:ea typeface="Noto Sans JP"/>
                <a:cs typeface="Noto Sans JP"/>
              </a:rPr>
              <a:t>02 / EXTRACT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00678BE-C8FC-42FC-B015-B4F8A5D9A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575" y="3181350"/>
            <a:ext cx="2705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950" b="1">
                <a:solidFill>
                  <a:srgbClr val="EAF7F8"/>
                </a:solidFill>
                <a:latin typeface="Noto Sans JP"/>
                <a:ea typeface="Noto Sans JP"/>
                <a:cs typeface="Noto Sans JP"/>
              </a:defRPr>
            </a:pPr>
            <a:r>
              <a:rPr sz="1950" b="1">
                <a:solidFill>
                  <a:srgbClr val="EAF7F8"/>
                </a:solidFill>
                <a:latin typeface="Noto Sans JP"/>
                <a:ea typeface="Noto Sans JP"/>
                <a:cs typeface="Noto Sans JP"/>
              </a:rPr>
              <a:t>基準を言葉に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ED0F117-D5B2-446D-911A-C7E78F6D7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575" y="3905250"/>
            <a:ext cx="27051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75" b="0">
                <a:solidFill>
                  <a:srgbClr val="8FA8AD"/>
                </a:solidFill>
                <a:latin typeface="Noto Sans JP"/>
                <a:ea typeface="Noto Sans JP"/>
                <a:cs typeface="Noto Sans JP"/>
              </a:defRPr>
            </a:pPr>
            <a:r>
              <a:rPr sz="1275" b="0">
                <a:solidFill>
                  <a:srgbClr val="8FA8AD"/>
                </a:solidFill>
                <a:latin typeface="Noto Sans JP"/>
                <a:ea typeface="Noto Sans JP"/>
                <a:cs typeface="Noto Sans JP"/>
              </a:rPr>
              <a:t>どう答えるか</a:t>
            </a:r>
          </a:p>
          <a:p xmlns:a="http://schemas.openxmlformats.org/drawingml/2006/main">
            <a:pPr>
              <a:buNone/>
              <a:defRPr sz="1275" b="0">
                <a:solidFill>
                  <a:srgbClr val="8FA8AD"/>
                </a:solidFill>
                <a:latin typeface="Noto Sans JP"/>
                <a:ea typeface="Noto Sans JP"/>
                <a:cs typeface="Noto Sans JP"/>
              </a:defRPr>
            </a:pPr>
            <a:r>
              <a:rPr sz="1275" b="0">
                <a:solidFill>
                  <a:srgbClr val="8FA8AD"/>
                </a:solidFill>
                <a:latin typeface="Noto Sans JP"/>
                <a:ea typeface="Noto Sans JP"/>
                <a:cs typeface="Noto Sans JP"/>
              </a:rPr>
              <a:t>何を優先するか</a:t>
            </a:r>
          </a:p>
          <a:p xmlns:a="http://schemas.openxmlformats.org/drawingml/2006/main">
            <a:pPr>
              <a:buNone/>
              <a:defRPr sz="1275" b="0">
                <a:solidFill>
                  <a:srgbClr val="8FA8AD"/>
                </a:solidFill>
                <a:latin typeface="Noto Sans JP"/>
                <a:ea typeface="Noto Sans JP"/>
                <a:cs typeface="Noto Sans JP"/>
              </a:defRPr>
            </a:pPr>
            <a:r>
              <a:rPr sz="1275" b="0">
                <a:solidFill>
                  <a:srgbClr val="8FA8AD"/>
                </a:solidFill>
                <a:latin typeface="Noto Sans JP"/>
                <a:ea typeface="Noto Sans JP"/>
                <a:cs typeface="Noto Sans JP"/>
              </a:rPr>
              <a:t>例外はあるか</a:t>
            </a:r>
          </a:p>
          <a:p xmlns:a="http://schemas.openxmlformats.org/drawingml/2006/main">
            <a:pPr>
              <a:buNone/>
              <a:defRPr sz="1275" b="0">
                <a:solidFill>
                  <a:srgbClr val="8FA8AD"/>
                </a:solidFill>
                <a:latin typeface="Noto Sans JP"/>
                <a:ea typeface="Noto Sans JP"/>
                <a:cs typeface="Noto Sans JP"/>
              </a:defRPr>
            </a:pPr>
            <a:r>
              <a:rPr sz="1275" b="0">
                <a:solidFill>
                  <a:srgbClr val="8FA8AD"/>
                </a:solidFill>
                <a:latin typeface="Noto Sans JP"/>
                <a:ea typeface="Noto Sans JP"/>
                <a:cs typeface="Noto Sans JP"/>
              </a:rPr>
              <a:t>なぜそう考えるか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E78A99B-657D-45A9-8F25-F668C9C42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381250"/>
            <a:ext cx="3257550" cy="2876550"/>
          </a:xfrm>
          <a:prstGeom xmlns:a="http://schemas.openxmlformats.org/drawingml/2006/main" prst="roundRect">
            <a:avLst>
              <a:gd name="adj" fmla="val 264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D4C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875B91F-23C3-450A-98C4-4181E9888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628900"/>
            <a:ext cx="2705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138596"/>
                </a:solidFill>
                <a:latin typeface="Noto Sans JP"/>
                <a:ea typeface="Noto Sans JP"/>
                <a:cs typeface="Noto Sans JP"/>
              </a:defRPr>
            </a:pPr>
            <a:r>
              <a:rPr sz="975" b="1">
                <a:solidFill>
                  <a:srgbClr val="138596"/>
                </a:solidFill>
                <a:latin typeface="Noto Sans JP"/>
                <a:ea typeface="Noto Sans JP"/>
                <a:cs typeface="Noto Sans JP"/>
              </a:rPr>
              <a:t>03 / CONFIRM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EFC19B0-F1FA-4636-B835-D29A26D47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3181350"/>
            <a:ext cx="2705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950" b="1">
                <a:solidFill>
                  <a:srgbClr val="07161C"/>
                </a:solidFill>
                <a:latin typeface="Noto Sans JP"/>
                <a:ea typeface="Noto Sans JP"/>
                <a:cs typeface="Noto Sans JP"/>
              </a:defRPr>
            </a:pPr>
            <a:r>
              <a:rPr sz="1950" b="1">
                <a:solidFill>
                  <a:srgbClr val="07161C"/>
                </a:solidFill>
                <a:latin typeface="Noto Sans JP"/>
                <a:ea typeface="Noto Sans JP"/>
                <a:cs typeface="Noto Sans JP"/>
              </a:rPr>
              <a:t>本人が確認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24C6624-4BF0-4C0C-A98B-B902783D5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3905250"/>
            <a:ext cx="27051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75" b="0">
                <a:solidFill>
                  <a:srgbClr val="607579"/>
                </a:solidFill>
                <a:latin typeface="Noto Sans JP"/>
                <a:ea typeface="Noto Sans JP"/>
                <a:cs typeface="Noto Sans JP"/>
              </a:defRPr>
            </a:pPr>
            <a:r>
              <a:rPr sz="1275" b="0">
                <a:solidFill>
                  <a:srgbClr val="607579"/>
                </a:solidFill>
                <a:latin typeface="Noto Sans JP"/>
                <a:ea typeface="Noto Sans JP"/>
                <a:cs typeface="Noto Sans JP"/>
              </a:rPr>
              <a:t>原文と要約を照合</a:t>
            </a:r>
          </a:p>
          <a:p xmlns:a="http://schemas.openxmlformats.org/drawingml/2006/main">
            <a:pPr>
              <a:buNone/>
              <a:defRPr sz="1275" b="0">
                <a:solidFill>
                  <a:srgbClr val="607579"/>
                </a:solidFill>
                <a:latin typeface="Noto Sans JP"/>
                <a:ea typeface="Noto Sans JP"/>
                <a:cs typeface="Noto Sans JP"/>
              </a:defRPr>
            </a:pPr>
            <a:r>
              <a:rPr sz="1275" b="0">
                <a:solidFill>
                  <a:srgbClr val="607579"/>
                </a:solidFill>
                <a:latin typeface="Noto Sans JP"/>
                <a:ea typeface="Noto Sans JP"/>
                <a:cs typeface="Noto Sans JP"/>
              </a:rPr>
              <a:t>出典・日付を付ける</a:t>
            </a:r>
          </a:p>
          <a:p xmlns:a="http://schemas.openxmlformats.org/drawingml/2006/main">
            <a:pPr>
              <a:buNone/>
              <a:defRPr sz="1275" b="0">
                <a:solidFill>
                  <a:srgbClr val="607579"/>
                </a:solidFill>
                <a:latin typeface="Noto Sans JP"/>
                <a:ea typeface="Noto Sans JP"/>
                <a:cs typeface="Noto Sans JP"/>
              </a:defRPr>
            </a:pPr>
            <a:r>
              <a:rPr sz="1275" b="0">
                <a:solidFill>
                  <a:srgbClr val="607579"/>
                </a:solidFill>
                <a:latin typeface="Noto Sans JP"/>
                <a:ea typeface="Noto Sans JP"/>
                <a:cs typeface="Noto Sans JP"/>
              </a:rPr>
              <a:t>確認してから保存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81B3945-5B12-4EA9-B01F-A11E89B8E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5638800"/>
            <a:ext cx="8991600" cy="381000"/>
          </a:xfrm>
          <a:prstGeom xmlns:a="http://schemas.openxmlformats.org/drawingml/2006/main" prst="roundRect">
            <a:avLst>
              <a:gd name="adj" fmla="val 15000"/>
            </a:avLst>
          </a:prstGeom>
          <a:solidFill xmlns:a="http://schemas.openxmlformats.org/drawingml/2006/main">
            <a:srgbClr val="FFF1C9"/>
          </a:solidFill>
          <a:ln xmlns:a="http://schemas.openxmlformats.org/drawingml/2006/main" w="9525">
            <a:solidFill>
              <a:srgbClr val="DCB967"/>
            </a:solidFill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75" b="1">
                <a:solidFill>
                  <a:srgbClr val="76520D"/>
                </a:solidFill>
                <a:latin typeface="Noto Sans JP"/>
                <a:ea typeface="Noto Sans JP"/>
                <a:cs typeface="Noto Sans JP"/>
              </a:defRPr>
            </a:pPr>
            <a:r>
              <a:rPr sz="1275" b="1">
                <a:solidFill>
                  <a:srgbClr val="76520D"/>
                </a:solidFill>
                <a:latin typeface="Noto Sans JP"/>
                <a:ea typeface="Noto Sans JP"/>
                <a:cs typeface="Noto Sans JP"/>
              </a:rPr>
              <a:t>会社の方針へ入れる場合は社長の承認が必要。未確認のAI要約を方針にしない。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FCFF752-91CD-4ADE-815B-0E181A613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27622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750" b="1">
                <a:solidFill>
                  <a:srgbClr val="7C908E"/>
                </a:solidFill>
                <a:latin typeface="Noto Sans JP"/>
                <a:ea typeface="Noto Sans JP"/>
                <a:cs typeface="Noto Sans JP"/>
              </a:defRPr>
            </a:pPr>
            <a:r>
              <a:rPr sz="750" b="1">
                <a:solidFill>
                  <a:srgbClr val="7C908E"/>
                </a:solidFill>
                <a:latin typeface="Noto Sans JP"/>
                <a:ea typeface="Noto Sans JP"/>
                <a:cs typeface="Noto Sans JP"/>
              </a:rPr>
              <a:t>AI NORIKO STARTER KIT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485D6AA-956D-405F-8F35-A01E69956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6467475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825" b="1">
                <a:solidFill>
                  <a:srgbClr val="138596"/>
                </a:solidFill>
                <a:latin typeface="Noto Sans JP"/>
                <a:ea typeface="Noto Sans JP"/>
                <a:cs typeface="Noto Sans JP"/>
              </a:defRPr>
            </a:pPr>
            <a:r>
              <a:rPr sz="825" b="1">
                <a:solidFill>
                  <a:srgbClr val="138596"/>
                </a:solidFill>
                <a:latin typeface="Noto Sans JP"/>
                <a:ea typeface="Noto Sans JP"/>
                <a:cs typeface="Noto Sans JP"/>
              </a:rPr>
              <a:t>26</a:t>
            </a:r>
          </a:p>
        </p:txBody>
      </p:sp>
    </p:spTree>
    <p:extLst>
      <p:ext uri="{BB962C8B-B14F-4D97-AF65-F5344CB8AC3E}">
        <p14:creationId xmlns:p14="http://schemas.microsoft.com/office/powerpoint/2010/main" val="179067679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07161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F82E79B-8799-4959-969A-E377CDB071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3429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63DFEF"/>
                </a:solidFill>
                <a:latin typeface="Noto Sans JP"/>
                <a:ea typeface="Noto Sans JP"/>
                <a:cs typeface="Noto Sans JP"/>
              </a:defRPr>
            </a:pPr>
            <a:r>
              <a:rPr sz="975" b="1">
                <a:solidFill>
                  <a:srgbClr val="63DFEF"/>
                </a:solidFill>
                <a:latin typeface="Noto Sans JP"/>
                <a:ea typeface="Noto Sans JP"/>
                <a:cs typeface="Noto Sans JP"/>
              </a:rPr>
              <a:t>04 / INFORMATION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0C473A7-60A5-4C9C-85C9-9EC9A4BDC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62000"/>
            <a:ext cx="10820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150" b="1">
                <a:solidFill>
                  <a:srgbClr val="EAF7F8"/>
                </a:solidFill>
                <a:latin typeface="Noto Sans JP"/>
                <a:ea typeface="Noto Sans JP"/>
                <a:cs typeface="Noto Sans JP"/>
              </a:defRPr>
            </a:pPr>
            <a:r>
              <a:rPr sz="3150" b="1">
                <a:solidFill>
                  <a:srgbClr val="EAF7F8"/>
                </a:solidFill>
                <a:latin typeface="Noto Sans JP"/>
                <a:ea typeface="Noto Sans JP"/>
                <a:cs typeface="Noto Sans JP"/>
              </a:rPr>
              <a:t>ニュース・天気・ライブ・YouTube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F620D92-7FB9-4C88-BE1A-0E9F1AB56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495425"/>
            <a:ext cx="10287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425" b="0">
                <a:solidFill>
                  <a:srgbClr val="8FA8AD"/>
                </a:solidFill>
                <a:latin typeface="Noto Sans JP"/>
                <a:ea typeface="Noto Sans JP"/>
                <a:cs typeface="Noto Sans JP"/>
              </a:defRPr>
            </a:pPr>
            <a:r>
              <a:rPr sz="1425" b="0">
                <a:solidFill>
                  <a:srgbClr val="8FA8AD"/>
                </a:solidFill>
                <a:latin typeface="Noto Sans JP"/>
                <a:ea typeface="Noto Sans JP"/>
                <a:cs typeface="Noto Sans JP"/>
              </a:rPr>
              <a:t>ネット接続と取得元が必要。配信終了や仕様変更で利用範囲が変わります。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C945983-4DAA-4581-9772-85916F911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85800" y="1971675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34149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AFD99A8-C814-47C0-B1CC-DB1B326F9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419350"/>
            <a:ext cx="4762500" cy="2819400"/>
          </a:xfrm>
          <a:prstGeom xmlns:a="http://schemas.openxmlformats.org/drawingml/2006/main" prst="roundRect">
            <a:avLst>
              <a:gd name="adj" fmla="val 3378"/>
            </a:avLst>
          </a:prstGeom>
          <a:solidFill xmlns:a="http://schemas.openxmlformats.org/drawingml/2006/main">
            <a:srgbClr val="0A2027"/>
          </a:solidFill>
          <a:ln xmlns:a="http://schemas.openxmlformats.org/drawingml/2006/main" w="9525">
            <a:solidFill>
              <a:srgbClr val="285662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497C84D-A358-4B67-BF84-435FF4C8B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695575"/>
            <a:ext cx="3810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00" b="1">
                <a:solidFill>
                  <a:srgbClr val="63DFEF"/>
                </a:solidFill>
                <a:latin typeface="Noto Sans JP"/>
                <a:ea typeface="Noto Sans JP"/>
                <a:cs typeface="Noto Sans JP"/>
              </a:defRPr>
            </a:pPr>
            <a:r>
              <a:rPr sz="2100" b="1">
                <a:solidFill>
                  <a:srgbClr val="63DFEF"/>
                </a:solidFill>
                <a:latin typeface="Noto Sans JP"/>
                <a:ea typeface="Noto Sans JP"/>
                <a:cs typeface="Noto Sans JP"/>
              </a:rPr>
              <a:t>答えてもらう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70D3E1E-E698-4CA3-BC8E-017E456FE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4671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38596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4296E5E-798A-4E84-9448-C6B00E7BF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457575"/>
            <a:ext cx="190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FFFFFF"/>
                </a:solidFill>
                <a:latin typeface="Noto Sans JP"/>
                <a:ea typeface="Noto Sans JP"/>
                <a:cs typeface="Noto Sans JP"/>
              </a:defRPr>
            </a:pPr>
            <a:r>
              <a:rPr sz="1200" b="1">
                <a:solidFill>
                  <a:srgbClr val="FFFFFF"/>
                </a:solidFill>
                <a:latin typeface="Noto Sans JP"/>
                <a:ea typeface="Noto Sans JP"/>
                <a:cs typeface="Noto Sans JP"/>
              </a:rPr>
              <a:t>✓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C1CD1B5-67FA-4CC2-A36D-177265F71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3448050"/>
            <a:ext cx="36004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425" b="1">
                <a:solidFill>
                  <a:srgbClr val="EAF7F8"/>
                </a:solidFill>
                <a:latin typeface="Noto Sans JP"/>
                <a:ea typeface="Noto Sans JP"/>
                <a:cs typeface="Noto Sans JP"/>
              </a:defRPr>
            </a:pPr>
            <a:r>
              <a:rPr sz="1425" b="1">
                <a:solidFill>
                  <a:srgbClr val="EAF7F8"/>
                </a:solidFill>
                <a:latin typeface="Noto Sans JP"/>
                <a:ea typeface="Noto Sans JP"/>
                <a:cs typeface="Noto Sans JP"/>
              </a:rPr>
              <a:t>最新ニュースの要約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AA3E56C-BDD5-4533-9924-16F6B3232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9624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38596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1B8B812-E07B-4F92-BDA6-D23836B83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952875"/>
            <a:ext cx="190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FFFFFF"/>
                </a:solidFill>
                <a:latin typeface="Noto Sans JP"/>
                <a:ea typeface="Noto Sans JP"/>
                <a:cs typeface="Noto Sans JP"/>
              </a:defRPr>
            </a:pPr>
            <a:r>
              <a:rPr sz="1200" b="1">
                <a:solidFill>
                  <a:srgbClr val="FFFFFF"/>
                </a:solidFill>
                <a:latin typeface="Noto Sans JP"/>
                <a:ea typeface="Noto Sans JP"/>
                <a:cs typeface="Noto Sans JP"/>
              </a:rPr>
              <a:t>✓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FBFEEE6-42E3-4B1F-91AD-82C1F01B1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3943350"/>
            <a:ext cx="36004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425" b="1">
                <a:solidFill>
                  <a:srgbClr val="EAF7F8"/>
                </a:solidFill>
                <a:latin typeface="Noto Sans JP"/>
                <a:ea typeface="Noto Sans JP"/>
                <a:cs typeface="Noto Sans JP"/>
              </a:defRPr>
            </a:pPr>
            <a:r>
              <a:rPr sz="1425" b="1">
                <a:solidFill>
                  <a:srgbClr val="EAF7F8"/>
                </a:solidFill>
                <a:latin typeface="Noto Sans JP"/>
                <a:ea typeface="Noto Sans JP"/>
                <a:cs typeface="Noto Sans JP"/>
              </a:rPr>
              <a:t>東京の天気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5730629-A2B8-4EB2-82F1-965EBD742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4577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38596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686F85C-89B5-4587-A7D1-2B84E503E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448175"/>
            <a:ext cx="190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FFFFFF"/>
                </a:solidFill>
                <a:latin typeface="Noto Sans JP"/>
                <a:ea typeface="Noto Sans JP"/>
                <a:cs typeface="Noto Sans JP"/>
              </a:defRPr>
            </a:pPr>
            <a:r>
              <a:rPr sz="1200" b="1">
                <a:solidFill>
                  <a:srgbClr val="FFFFFF"/>
                </a:solidFill>
                <a:latin typeface="Noto Sans JP"/>
                <a:ea typeface="Noto Sans JP"/>
                <a:cs typeface="Noto Sans JP"/>
              </a:rPr>
              <a:t>✓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E8DBBB2-1087-45B0-9662-C6A0855B8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4438650"/>
            <a:ext cx="36004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425" b="1">
                <a:solidFill>
                  <a:srgbClr val="EAF7F8"/>
                </a:solidFill>
                <a:latin typeface="Noto Sans JP"/>
                <a:ea typeface="Noto Sans JP"/>
                <a:cs typeface="Noto Sans JP"/>
              </a:defRPr>
            </a:pPr>
            <a:r>
              <a:rPr sz="1425" b="1">
                <a:solidFill>
                  <a:srgbClr val="EAF7F8"/>
                </a:solidFill>
                <a:latin typeface="Noto Sans JP"/>
                <a:ea typeface="Noto Sans JP"/>
                <a:cs typeface="Noto Sans JP"/>
              </a:rPr>
              <a:t>公開配信で地域を確認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0713EC4-4D66-452C-8C97-F58B45F01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419350"/>
            <a:ext cx="4762500" cy="2819400"/>
          </a:xfrm>
          <a:prstGeom xmlns:a="http://schemas.openxmlformats.org/drawingml/2006/main" prst="roundRect">
            <a:avLst>
              <a:gd name="adj" fmla="val 3378"/>
            </a:avLst>
          </a:prstGeom>
          <a:solidFill xmlns:a="http://schemas.openxmlformats.org/drawingml/2006/main">
            <a:srgbClr val="10272E"/>
          </a:solidFill>
          <a:ln xmlns:a="http://schemas.openxmlformats.org/drawingml/2006/main" w="9525">
            <a:solidFill>
              <a:srgbClr val="756237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5011880-3284-4793-83BF-C988D7CE7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2695575"/>
            <a:ext cx="3810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00" b="1">
                <a:solidFill>
                  <a:srgbClr val="E4BC72"/>
                </a:solidFill>
                <a:latin typeface="Noto Sans JP"/>
                <a:ea typeface="Noto Sans JP"/>
                <a:cs typeface="Noto Sans JP"/>
              </a:defRPr>
            </a:pPr>
            <a:r>
              <a:rPr sz="2100" b="1">
                <a:solidFill>
                  <a:srgbClr val="E4BC72"/>
                </a:solidFill>
                <a:latin typeface="Noto Sans JP"/>
                <a:ea typeface="Noto Sans JP"/>
                <a:cs typeface="Noto Sans JP"/>
              </a:rPr>
              <a:t>画面に出す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5378B7A-D064-4E95-8F92-2A4A997E4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34671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38596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CDA05F9-65F8-457F-8DA2-FB2E4F1F0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3457575"/>
            <a:ext cx="190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FFFFFF"/>
                </a:solidFill>
                <a:latin typeface="Noto Sans JP"/>
                <a:ea typeface="Noto Sans JP"/>
                <a:cs typeface="Noto Sans JP"/>
              </a:defRPr>
            </a:pPr>
            <a:r>
              <a:rPr sz="1200" b="1">
                <a:solidFill>
                  <a:srgbClr val="FFFFFF"/>
                </a:solidFill>
                <a:latin typeface="Noto Sans JP"/>
                <a:ea typeface="Noto Sans JP"/>
                <a:cs typeface="Noto Sans JP"/>
              </a:rPr>
              <a:t>✓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932B45E-DCA2-40B4-9DC9-E03F867CF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3448050"/>
            <a:ext cx="36004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425" b="1">
                <a:solidFill>
                  <a:srgbClr val="EAF7F8"/>
                </a:solidFill>
                <a:latin typeface="Noto Sans JP"/>
                <a:ea typeface="Noto Sans JP"/>
                <a:cs typeface="Noto Sans JP"/>
              </a:defRPr>
            </a:pPr>
            <a:r>
              <a:rPr sz="1425" b="1">
                <a:solidFill>
                  <a:srgbClr val="EAF7F8"/>
                </a:solidFill>
                <a:latin typeface="Noto Sans JP"/>
                <a:ea typeface="Noto Sans JP"/>
                <a:cs typeface="Noto Sans JP"/>
              </a:rPr>
              <a:t>ニュース記事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58FD591-E5AA-4BFA-A736-35D7732B2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39624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38596"/>
          </a:solidFill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C48E7FD-AED4-42AD-A397-C0D00F79C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3952875"/>
            <a:ext cx="190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FFFFFF"/>
                </a:solidFill>
                <a:latin typeface="Noto Sans JP"/>
                <a:ea typeface="Noto Sans JP"/>
                <a:cs typeface="Noto Sans JP"/>
              </a:defRPr>
            </a:pPr>
            <a:r>
              <a:rPr sz="1200" b="1">
                <a:solidFill>
                  <a:srgbClr val="FFFFFF"/>
                </a:solidFill>
                <a:latin typeface="Noto Sans JP"/>
                <a:ea typeface="Noto Sans JP"/>
                <a:cs typeface="Noto Sans JP"/>
              </a:rPr>
              <a:t>✓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6BDDC00-27E1-48B5-BE4F-1122134AF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3943350"/>
            <a:ext cx="36004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425" b="1">
                <a:solidFill>
                  <a:srgbClr val="EAF7F8"/>
                </a:solidFill>
                <a:latin typeface="Noto Sans JP"/>
                <a:ea typeface="Noto Sans JP"/>
                <a:cs typeface="Noto Sans JP"/>
              </a:defRPr>
            </a:pPr>
            <a:r>
              <a:rPr sz="1425" b="1">
                <a:solidFill>
                  <a:srgbClr val="EAF7F8"/>
                </a:solidFill>
                <a:latin typeface="Noto Sans JP"/>
                <a:ea typeface="Noto Sans JP"/>
                <a:cs typeface="Noto Sans JP"/>
              </a:rPr>
              <a:t>YouTube検索結果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332B3AE-0362-4F94-B675-6FFAF5296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44577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38596"/>
          </a:solidFill>
          <a:ln xmlns:a="http://schemas.openxmlformats.org/drawingml/2006/main" w="0">
            <a:noFill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82C8E71-F6FD-49D3-AC41-EDF8A3927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4448175"/>
            <a:ext cx="190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FFFFFF"/>
                </a:solidFill>
                <a:latin typeface="Noto Sans JP"/>
                <a:ea typeface="Noto Sans JP"/>
                <a:cs typeface="Noto Sans JP"/>
              </a:defRPr>
            </a:pPr>
            <a:r>
              <a:rPr sz="1200" b="1">
                <a:solidFill>
                  <a:srgbClr val="FFFFFF"/>
                </a:solidFill>
                <a:latin typeface="Noto Sans JP"/>
                <a:ea typeface="Noto Sans JP"/>
                <a:cs typeface="Noto Sans JP"/>
              </a:rPr>
              <a:t>✓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0FA629D-95B6-4056-9EC1-3D2C4E86E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4438650"/>
            <a:ext cx="36004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425" b="1">
                <a:solidFill>
                  <a:srgbClr val="EAF7F8"/>
                </a:solidFill>
                <a:latin typeface="Noto Sans JP"/>
                <a:ea typeface="Noto Sans JP"/>
                <a:cs typeface="Noto Sans JP"/>
              </a:defRPr>
            </a:pPr>
            <a:r>
              <a:rPr sz="1425" b="1">
                <a:solidFill>
                  <a:srgbClr val="EAF7F8"/>
                </a:solidFill>
                <a:latin typeface="Noto Sans JP"/>
                <a:ea typeface="Noto Sans JP"/>
                <a:cs typeface="Noto Sans JP"/>
              </a:rPr>
              <a:t>福岡・東京・大阪のライブ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B0CB3C0-6CC8-40CA-B031-48A0B51D2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5572125"/>
            <a:ext cx="9829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75" b="0">
                <a:solidFill>
                  <a:srgbClr val="8FA8AD"/>
                </a:solidFill>
                <a:latin typeface="Noto Sans JP"/>
                <a:ea typeface="Noto Sans JP"/>
                <a:cs typeface="Noto Sans JP"/>
              </a:defRPr>
            </a:pPr>
            <a:r>
              <a:rPr sz="1275" b="0">
                <a:solidFill>
                  <a:srgbClr val="8FA8AD"/>
                </a:solidFill>
                <a:latin typeface="Noto Sans JP"/>
                <a:ea typeface="Noto Sans JP"/>
                <a:cs typeface="Noto Sans JP"/>
              </a:rPr>
              <a:t>最新情報は元記事・日時を確認。個人の特定や、映像だけでの真偽判定には使いません。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5770855-995C-4E52-A065-9AD013D52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27622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750" b="1">
                <a:solidFill>
                  <a:srgbClr val="557279"/>
                </a:solidFill>
                <a:latin typeface="Noto Sans JP"/>
                <a:ea typeface="Noto Sans JP"/>
                <a:cs typeface="Noto Sans JP"/>
              </a:defRPr>
            </a:pPr>
            <a:r>
              <a:rPr sz="750" b="1">
                <a:solidFill>
                  <a:srgbClr val="557279"/>
                </a:solidFill>
                <a:latin typeface="Noto Sans JP"/>
                <a:ea typeface="Noto Sans JP"/>
                <a:cs typeface="Noto Sans JP"/>
              </a:rPr>
              <a:t>AI NORIKO STARTER KIT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DF31D38-833A-40DD-9C6C-F232B1B45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6467475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825" b="1">
                <a:solidFill>
                  <a:srgbClr val="63DFEF"/>
                </a:solidFill>
                <a:latin typeface="Noto Sans JP"/>
                <a:ea typeface="Noto Sans JP"/>
                <a:cs typeface="Noto Sans JP"/>
              </a:defRPr>
            </a:pPr>
            <a:r>
              <a:rPr sz="825" b="1">
                <a:solidFill>
                  <a:srgbClr val="63DFEF"/>
                </a:solidFill>
                <a:latin typeface="Noto Sans JP"/>
                <a:ea typeface="Noto Sans JP"/>
                <a:cs typeface="Noto Sans JP"/>
              </a:rPr>
              <a:t>27</a:t>
            </a:r>
          </a:p>
        </p:txBody>
      </p:sp>
    </p:spTree>
    <p:extLst>
      <p:ext uri="{BB962C8B-B14F-4D97-AF65-F5344CB8AC3E}">
        <p14:creationId xmlns:p14="http://schemas.microsoft.com/office/powerpoint/2010/main" val="62436125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7F4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A06E47E-954D-4D92-B76B-99DF0D53F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3429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138596"/>
                </a:solidFill>
                <a:latin typeface="Noto Sans JP"/>
                <a:ea typeface="Noto Sans JP"/>
                <a:cs typeface="Noto Sans JP"/>
              </a:defRPr>
            </a:pPr>
            <a:r>
              <a:rPr sz="975" b="1">
                <a:solidFill>
                  <a:srgbClr val="138596"/>
                </a:solidFill>
                <a:latin typeface="Noto Sans JP"/>
                <a:ea typeface="Noto Sans JP"/>
                <a:cs typeface="Noto Sans JP"/>
              </a:rPr>
              <a:t>04 / AI HANDOFF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DFCE300-6493-4311-AF62-249B4CA55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62000"/>
            <a:ext cx="10820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150" b="1">
                <a:solidFill>
                  <a:srgbClr val="07161C"/>
                </a:solidFill>
                <a:latin typeface="Noto Sans JP"/>
                <a:ea typeface="Noto Sans JP"/>
                <a:cs typeface="Noto Sans JP"/>
              </a:defRPr>
            </a:pPr>
            <a:r>
              <a:rPr sz="3150" b="1">
                <a:solidFill>
                  <a:srgbClr val="07161C"/>
                </a:solidFill>
                <a:latin typeface="Noto Sans JP"/>
                <a:ea typeface="Noto Sans JP"/>
                <a:cs typeface="Noto Sans JP"/>
              </a:rPr>
              <a:t>壁打ちから制作へ、仕事を引き継ぐ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0BC9F1A-5990-4E7D-968D-651EBC731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495425"/>
            <a:ext cx="10287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425" b="0">
                <a:solidFill>
                  <a:srgbClr val="607579"/>
                </a:solidFill>
                <a:latin typeface="Noto Sans JP"/>
                <a:ea typeface="Noto Sans JP"/>
                <a:cs typeface="Noto Sans JP"/>
              </a:defRPr>
            </a:pPr>
            <a:r>
              <a:rPr sz="1425" b="0">
                <a:solidFill>
                  <a:srgbClr val="607579"/>
                </a:solidFill>
                <a:latin typeface="Noto Sans JP"/>
                <a:ea typeface="Noto Sans JP"/>
                <a:cs typeface="Noto Sans JP"/>
              </a:rPr>
              <a:t>P11で依頼文を作成。AIへの引き継ぎは、内容を確認してから実行します。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42484B7-1AE8-48BF-B610-9004709F2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85800" y="1971675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8D4CF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20A2EC5-04FD-406D-9701-E471043D4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647950"/>
            <a:ext cx="2362200" cy="200025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D4C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38C427D-4614-40F4-BDF5-E03789833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83845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138596"/>
                </a:solidFill>
                <a:latin typeface="Noto Sans JP"/>
                <a:ea typeface="Noto Sans JP"/>
                <a:cs typeface="Noto Sans JP"/>
              </a:defRPr>
            </a:pPr>
            <a:r>
              <a:rPr sz="1200" b="1">
                <a:solidFill>
                  <a:srgbClr val="138596"/>
                </a:solidFill>
                <a:latin typeface="Noto Sans JP"/>
                <a:ea typeface="Noto Sans JP"/>
                <a:cs typeface="Noto Sans JP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677F9F7-0491-45DC-B666-173478DDB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333750"/>
            <a:ext cx="1905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025" b="1">
                <a:solidFill>
                  <a:srgbClr val="07161C"/>
                </a:solidFill>
                <a:latin typeface="Noto Sans JP"/>
                <a:ea typeface="Noto Sans JP"/>
                <a:cs typeface="Noto Sans JP"/>
              </a:defRPr>
            </a:pPr>
            <a:r>
              <a:rPr sz="2025" b="1">
                <a:solidFill>
                  <a:srgbClr val="07161C"/>
                </a:solidFill>
                <a:latin typeface="Noto Sans JP"/>
                <a:ea typeface="Noto Sans JP"/>
                <a:cs typeface="Noto Sans JP"/>
              </a:rPr>
              <a:t>話す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8EC8188-D62A-4110-B40E-9ACDC699B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943350"/>
            <a:ext cx="18859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607579"/>
                </a:solidFill>
                <a:latin typeface="Noto Sans JP"/>
                <a:ea typeface="Noto Sans JP"/>
                <a:cs typeface="Noto Sans JP"/>
              </a:defRPr>
            </a:pPr>
            <a:r>
              <a:rPr sz="1200" b="0">
                <a:solidFill>
                  <a:srgbClr val="607579"/>
                </a:solidFill>
                <a:latin typeface="Noto Sans JP"/>
                <a:ea typeface="Noto Sans JP"/>
                <a:cs typeface="Noto Sans JP"/>
              </a:rPr>
              <a:t>思いつきを伝える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0C2D3A1-FDFE-4D0E-A492-765C45E34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57525" y="3390900"/>
            <a:ext cx="361950" cy="3429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B6CAC6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2DBDB79-3E6D-42A5-8E19-22C05CF46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2647950"/>
            <a:ext cx="2362200" cy="200025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D4C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E6F577D-4771-4B65-8CC7-9D5846ABC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283845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138596"/>
                </a:solidFill>
                <a:latin typeface="Noto Sans JP"/>
                <a:ea typeface="Noto Sans JP"/>
                <a:cs typeface="Noto Sans JP"/>
              </a:defRPr>
            </a:pPr>
            <a:r>
              <a:rPr sz="1200" b="1">
                <a:solidFill>
                  <a:srgbClr val="138596"/>
                </a:solidFill>
                <a:latin typeface="Noto Sans JP"/>
                <a:ea typeface="Noto Sans JP"/>
                <a:cs typeface="Noto Sans JP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A304A15-9BFA-41F2-83F5-88661634E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3333750"/>
            <a:ext cx="1905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025" b="1">
                <a:solidFill>
                  <a:srgbClr val="07161C"/>
                </a:solidFill>
                <a:latin typeface="Noto Sans JP"/>
                <a:ea typeface="Noto Sans JP"/>
                <a:cs typeface="Noto Sans JP"/>
              </a:defRPr>
            </a:pPr>
            <a:r>
              <a:rPr sz="2025" b="1">
                <a:solidFill>
                  <a:srgbClr val="07161C"/>
                </a:solidFill>
                <a:latin typeface="Noto Sans JP"/>
                <a:ea typeface="Noto Sans JP"/>
                <a:cs typeface="Noto Sans JP"/>
              </a:rPr>
              <a:t>聞く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110A322-4820-44DE-AE0D-2A5F354C7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3943350"/>
            <a:ext cx="18859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607579"/>
                </a:solidFill>
                <a:latin typeface="Noto Sans JP"/>
                <a:ea typeface="Noto Sans JP"/>
                <a:cs typeface="Noto Sans JP"/>
              </a:defRPr>
            </a:pPr>
            <a:r>
              <a:rPr sz="1200" b="0">
                <a:solidFill>
                  <a:srgbClr val="607579"/>
                </a:solidFill>
                <a:latin typeface="Noto Sans JP"/>
                <a:ea typeface="Noto Sans JP"/>
                <a:cs typeface="Noto Sans JP"/>
              </a:rPr>
              <a:t>目的・対象・期限を確認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ADB2E92-23D5-4078-B7D2-E9D22C760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15025" y="3390900"/>
            <a:ext cx="361950" cy="3429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B6CAC6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B7F2327-539A-4096-B3F0-0618B0222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647950"/>
            <a:ext cx="2362200" cy="200025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D4C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F7D4190-EF2A-4AC6-BC0A-B6C433248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83845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138596"/>
                </a:solidFill>
                <a:latin typeface="Noto Sans JP"/>
                <a:ea typeface="Noto Sans JP"/>
                <a:cs typeface="Noto Sans JP"/>
              </a:defRPr>
            </a:pPr>
            <a:r>
              <a:rPr sz="1200" b="1">
                <a:solidFill>
                  <a:srgbClr val="138596"/>
                </a:solidFill>
                <a:latin typeface="Noto Sans JP"/>
                <a:ea typeface="Noto Sans JP"/>
                <a:cs typeface="Noto Sans JP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97AF06F-9F2F-4304-9EE8-1A873CB59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3333750"/>
            <a:ext cx="1905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025" b="1">
                <a:solidFill>
                  <a:srgbClr val="07161C"/>
                </a:solidFill>
                <a:latin typeface="Noto Sans JP"/>
                <a:ea typeface="Noto Sans JP"/>
                <a:cs typeface="Noto Sans JP"/>
              </a:defRPr>
            </a:pPr>
            <a:r>
              <a:rPr sz="2025" b="1">
                <a:solidFill>
                  <a:srgbClr val="07161C"/>
                </a:solidFill>
                <a:latin typeface="Noto Sans JP"/>
                <a:ea typeface="Noto Sans JP"/>
                <a:cs typeface="Noto Sans JP"/>
              </a:rPr>
              <a:t>整理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16E6059-54B3-4FFA-8387-05B6BF106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3943350"/>
            <a:ext cx="18859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607579"/>
                </a:solidFill>
                <a:latin typeface="Noto Sans JP"/>
                <a:ea typeface="Noto Sans JP"/>
                <a:cs typeface="Noto Sans JP"/>
              </a:defRPr>
            </a:pPr>
            <a:r>
              <a:rPr sz="1200" b="0">
                <a:solidFill>
                  <a:srgbClr val="607579"/>
                </a:solidFill>
                <a:latin typeface="Noto Sans JP"/>
                <a:ea typeface="Noto Sans JP"/>
                <a:cs typeface="Noto Sans JP"/>
              </a:rPr>
              <a:t>実装依頼文を作る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6095033-96B6-4F96-AB2D-6FE5E179C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2525" y="3390900"/>
            <a:ext cx="361950" cy="3429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B6CAC6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AAF6059-84BB-403A-9D66-DD28A54ED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2647950"/>
            <a:ext cx="2362200" cy="200025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07161C"/>
          </a:solidFill>
          <a:ln xmlns:a="http://schemas.openxmlformats.org/drawingml/2006/main" w="9525">
            <a:solidFill>
              <a:srgbClr val="07161C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CC7F8B8-72E7-46B0-AA95-0C6987AAB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283845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E4BC72"/>
                </a:solidFill>
                <a:latin typeface="Noto Sans JP"/>
                <a:ea typeface="Noto Sans JP"/>
                <a:cs typeface="Noto Sans JP"/>
              </a:defRPr>
            </a:pPr>
            <a:r>
              <a:rPr sz="1200" b="1">
                <a:solidFill>
                  <a:srgbClr val="E4BC72"/>
                </a:solidFill>
                <a:latin typeface="Noto Sans JP"/>
                <a:ea typeface="Noto Sans JP"/>
                <a:cs typeface="Noto Sans JP"/>
              </a:rPr>
              <a:t>04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63BE554-FEBD-4D5C-9B7B-106DF4E5D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3333750"/>
            <a:ext cx="1905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025" b="1">
                <a:solidFill>
                  <a:srgbClr val="EAF7F8"/>
                </a:solidFill>
                <a:latin typeface="Noto Sans JP"/>
                <a:ea typeface="Noto Sans JP"/>
                <a:cs typeface="Noto Sans JP"/>
              </a:defRPr>
            </a:pPr>
            <a:r>
              <a:rPr sz="2025" b="1">
                <a:solidFill>
                  <a:srgbClr val="EAF7F8"/>
                </a:solidFill>
                <a:latin typeface="Noto Sans JP"/>
                <a:ea typeface="Noto Sans JP"/>
                <a:cs typeface="Noto Sans JP"/>
              </a:rPr>
              <a:t>渡す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185525E-7378-497A-8860-F65C6799A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3943350"/>
            <a:ext cx="18859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8FA8AD"/>
                </a:solidFill>
                <a:latin typeface="Noto Sans JP"/>
                <a:ea typeface="Noto Sans JP"/>
                <a:cs typeface="Noto Sans JP"/>
              </a:defRPr>
            </a:pPr>
            <a:r>
              <a:rPr sz="1200" b="0">
                <a:solidFill>
                  <a:srgbClr val="8FA8AD"/>
                </a:solidFill>
                <a:latin typeface="Noto Sans JP"/>
                <a:ea typeface="Noto Sans JP"/>
                <a:cs typeface="Noto Sans JP"/>
              </a:rPr>
              <a:t>確認画面で実行を選ぶ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AF4CC4F-3624-4BE5-B5CC-BEA150A20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5305425"/>
            <a:ext cx="6858000" cy="457200"/>
          </a:xfrm>
          <a:prstGeom xmlns:a="http://schemas.openxmlformats.org/drawingml/2006/main" prst="roundRect">
            <a:avLst>
              <a:gd name="adj" fmla="val 14583"/>
            </a:avLst>
          </a:prstGeom>
          <a:solidFill xmlns:a="http://schemas.openxmlformats.org/drawingml/2006/main">
            <a:srgbClr val="FFF1C9"/>
          </a:solidFill>
          <a:ln xmlns:a="http://schemas.openxmlformats.org/drawingml/2006/main" w="9525">
            <a:solidFill>
              <a:srgbClr val="DCB967"/>
            </a:solidFill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76520D"/>
                </a:solidFill>
                <a:latin typeface="Noto Sans JP"/>
                <a:ea typeface="Noto Sans JP"/>
                <a:cs typeface="Noto Sans JP"/>
              </a:defRPr>
            </a:pPr>
            <a:r>
              <a:rPr sz="1500" b="1">
                <a:solidFill>
                  <a:srgbClr val="76520D"/>
                </a:solidFill>
                <a:latin typeface="Noto Sans JP"/>
                <a:ea typeface="Noto Sans JP"/>
                <a:cs typeface="Noto Sans JP"/>
              </a:rPr>
              <a:t>送信先と会話・依頼文を確認。文案だけの相談ではAIを起動しません。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25C8973-B50B-4A8D-80C3-15F82D870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27622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750" b="1">
                <a:solidFill>
                  <a:srgbClr val="7C908E"/>
                </a:solidFill>
                <a:latin typeface="Noto Sans JP"/>
                <a:ea typeface="Noto Sans JP"/>
                <a:cs typeface="Noto Sans JP"/>
              </a:defRPr>
            </a:pPr>
            <a:r>
              <a:rPr sz="750" b="1">
                <a:solidFill>
                  <a:srgbClr val="7C908E"/>
                </a:solidFill>
                <a:latin typeface="Noto Sans JP"/>
                <a:ea typeface="Noto Sans JP"/>
                <a:cs typeface="Noto Sans JP"/>
              </a:rPr>
              <a:t>AI NORIKO STARTER KIT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5E8ADF1-37DD-40DB-B00A-E43B561A2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6467475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825" b="1">
                <a:solidFill>
                  <a:srgbClr val="138596"/>
                </a:solidFill>
                <a:latin typeface="Noto Sans JP"/>
                <a:ea typeface="Noto Sans JP"/>
                <a:cs typeface="Noto Sans JP"/>
              </a:defRPr>
            </a:pPr>
            <a:r>
              <a:rPr sz="825" b="1">
                <a:solidFill>
                  <a:srgbClr val="138596"/>
                </a:solidFill>
                <a:latin typeface="Noto Sans JP"/>
                <a:ea typeface="Noto Sans JP"/>
                <a:cs typeface="Noto Sans JP"/>
              </a:rPr>
              <a:t>28</a:t>
            </a:r>
          </a:p>
        </p:txBody>
      </p:sp>
    </p:spTree>
    <p:extLst>
      <p:ext uri="{BB962C8B-B14F-4D97-AF65-F5344CB8AC3E}">
        <p14:creationId xmlns:p14="http://schemas.microsoft.com/office/powerpoint/2010/main" val="1968168610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07161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5F47D97D-D50B-454D-AF15-A6951F35A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3429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63DFEF"/>
                </a:solidFill>
                <a:latin typeface="Noto Sans JP"/>
                <a:ea typeface="Noto Sans JP"/>
                <a:cs typeface="Noto Sans JP"/>
              </a:defRPr>
            </a:pPr>
            <a:r>
              <a:rPr sz="975" b="1">
                <a:solidFill>
                  <a:srgbClr val="63DFEF"/>
                </a:solidFill>
                <a:latin typeface="Noto Sans JP"/>
                <a:ea typeface="Noto Sans JP"/>
                <a:cs typeface="Noto Sans JP"/>
              </a:rPr>
              <a:t>04 / CUSTOMIZE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54AA14B-2459-4BA2-98D6-AC28FFF24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62000"/>
            <a:ext cx="10820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150" b="1">
                <a:solidFill>
                  <a:srgbClr val="EAF7F8"/>
                </a:solidFill>
                <a:latin typeface="Noto Sans JP"/>
                <a:ea typeface="Noto Sans JP"/>
                <a:cs typeface="Noto Sans JP"/>
              </a:defRPr>
            </a:pPr>
            <a:r>
              <a:rPr sz="3150" b="1">
                <a:solidFill>
                  <a:srgbClr val="EAF7F8"/>
                </a:solidFill>
                <a:latin typeface="Noto Sans JP"/>
                <a:ea typeface="Noto Sans JP"/>
                <a:cs typeface="Noto Sans JP"/>
              </a:rPr>
              <a:t>機能追加は、日本語で依頼できます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979CAD9-EBBA-49B8-BDFF-67FE7CA6B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495425"/>
            <a:ext cx="10287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425" b="0">
                <a:solidFill>
                  <a:srgbClr val="8FA8AD"/>
                </a:solidFill>
                <a:latin typeface="Noto Sans JP"/>
                <a:ea typeface="Noto Sans JP"/>
                <a:cs typeface="Noto Sans JP"/>
              </a:defRPr>
            </a:pPr>
            <a:r>
              <a:rPr sz="1425" b="0">
                <a:solidFill>
                  <a:srgbClr val="8FA8AD"/>
                </a:solidFill>
                <a:latin typeface="Noto Sans JP"/>
                <a:ea typeface="Noto Sans JP"/>
                <a:cs typeface="Noto Sans JP"/>
              </a:rPr>
              <a:t>P12で現状を読み、変更案を確認してから開発。P20なら用途そのものを変更。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21C7B41-B3C2-49FE-9EB0-9D8DE495F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85800" y="1971675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34149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0836376-F9D1-4E01-855E-8C96939F1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419350"/>
            <a:ext cx="16764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63DFEF"/>
                </a:solidFill>
                <a:latin typeface="Noto Sans JP"/>
                <a:ea typeface="Noto Sans JP"/>
                <a:cs typeface="Noto Sans JP"/>
              </a:defRPr>
            </a:pPr>
            <a:r>
              <a:rPr sz="1050" b="1">
                <a:solidFill>
                  <a:srgbClr val="63DFEF"/>
                </a:solidFill>
                <a:latin typeface="Noto Sans JP"/>
                <a:ea typeface="Noto Sans JP"/>
                <a:cs typeface="Noto Sans JP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DA67685-5E18-4185-9CB3-B7386DA1F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876550"/>
            <a:ext cx="685800" cy="685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3DFEF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E86DF77-78AD-413E-AA7E-C6ABF7491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3048000"/>
            <a:ext cx="3238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07161C"/>
                </a:solidFill>
                <a:latin typeface="Noto Sans JP"/>
                <a:ea typeface="Noto Sans JP"/>
                <a:cs typeface="Noto Sans JP"/>
              </a:defRPr>
            </a:pPr>
            <a:r>
              <a:rPr sz="1650" b="1">
                <a:solidFill>
                  <a:srgbClr val="07161C"/>
                </a:solidFill>
                <a:latin typeface="Noto Sans JP"/>
                <a:ea typeface="Noto Sans JP"/>
                <a:cs typeface="Noto Sans JP"/>
              </a:rPr>
              <a:t>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350085B-A2A7-4FB9-BCA0-56C7A19C9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800475"/>
            <a:ext cx="1676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EAF7F8"/>
                </a:solidFill>
                <a:latin typeface="Noto Sans JP"/>
                <a:ea typeface="Noto Sans JP"/>
                <a:cs typeface="Noto Sans JP"/>
              </a:defRPr>
            </a:pPr>
            <a:r>
              <a:rPr sz="1650" b="1">
                <a:solidFill>
                  <a:srgbClr val="EAF7F8"/>
                </a:solidFill>
                <a:latin typeface="Noto Sans JP"/>
                <a:ea typeface="Noto Sans JP"/>
                <a:cs typeface="Noto Sans JP"/>
              </a:rPr>
              <a:t>今の状態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8C01B66-A96B-46FE-A324-844AB8B8B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4305300"/>
            <a:ext cx="17716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125" b="0">
                <a:solidFill>
                  <a:srgbClr val="8FA8AD"/>
                </a:solidFill>
                <a:latin typeface="Noto Sans JP"/>
                <a:ea typeface="Noto Sans JP"/>
                <a:cs typeface="Noto Sans JP"/>
              </a:defRPr>
            </a:pPr>
            <a:r>
              <a:rPr sz="1125" b="0">
                <a:solidFill>
                  <a:srgbClr val="8FA8AD"/>
                </a:solidFill>
                <a:latin typeface="Noto Sans JP"/>
                <a:ea typeface="Noto Sans JP"/>
                <a:cs typeface="Noto Sans JP"/>
              </a:rPr>
              <a:t>設定か開発かを確認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E656AA3-C896-4C4C-8454-9DF4B7EE3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809750" y="3219450"/>
            <a:ext cx="10572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45A63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FB32EF7-AE2C-49A1-97D2-ACCF56CD7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67025" y="2419350"/>
            <a:ext cx="16764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63DFEF"/>
                </a:solidFill>
                <a:latin typeface="Noto Sans JP"/>
                <a:ea typeface="Noto Sans JP"/>
                <a:cs typeface="Noto Sans JP"/>
              </a:defRPr>
            </a:pPr>
            <a:r>
              <a:rPr sz="1050" b="1">
                <a:solidFill>
                  <a:srgbClr val="63DFEF"/>
                </a:solidFill>
                <a:latin typeface="Noto Sans JP"/>
                <a:ea typeface="Noto Sans JP"/>
                <a:cs typeface="Noto Sans JP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414F832-4C21-4D7A-BCF4-87F0A8E13B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62325" y="2876550"/>
            <a:ext cx="685800" cy="685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3DFEF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166E638-6455-4DE5-8190-B059D5B7F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3048000"/>
            <a:ext cx="3238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07161C"/>
                </a:solidFill>
                <a:latin typeface="Noto Sans JP"/>
                <a:ea typeface="Noto Sans JP"/>
                <a:cs typeface="Noto Sans JP"/>
              </a:defRPr>
            </a:pPr>
            <a:r>
              <a:rPr sz="1650" b="1">
                <a:solidFill>
                  <a:srgbClr val="07161C"/>
                </a:solidFill>
                <a:latin typeface="Noto Sans JP"/>
                <a:ea typeface="Noto Sans JP"/>
                <a:cs typeface="Noto Sans JP"/>
              </a:rPr>
              <a:t>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C4E9187-0015-4366-90E9-00E1C153C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67025" y="3800475"/>
            <a:ext cx="1676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EAF7F8"/>
                </a:solidFill>
                <a:latin typeface="Noto Sans JP"/>
                <a:ea typeface="Noto Sans JP"/>
                <a:cs typeface="Noto Sans JP"/>
              </a:defRPr>
            </a:pPr>
            <a:r>
              <a:rPr sz="1650" b="1">
                <a:solidFill>
                  <a:srgbClr val="EAF7F8"/>
                </a:solidFill>
                <a:latin typeface="Noto Sans JP"/>
                <a:ea typeface="Noto Sans JP"/>
                <a:cs typeface="Noto Sans JP"/>
              </a:rPr>
              <a:t>目的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4114B40-8F2B-430D-883A-9F97DD53E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4305300"/>
            <a:ext cx="17716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125" b="0">
                <a:solidFill>
                  <a:srgbClr val="8FA8AD"/>
                </a:solidFill>
                <a:latin typeface="Noto Sans JP"/>
                <a:ea typeface="Noto Sans JP"/>
                <a:cs typeface="Noto Sans JP"/>
              </a:defRPr>
            </a:pPr>
            <a:r>
              <a:rPr sz="1125" b="0">
                <a:solidFill>
                  <a:srgbClr val="8FA8AD"/>
                </a:solidFill>
                <a:latin typeface="Noto Sans JP"/>
                <a:ea typeface="Noto Sans JP"/>
                <a:cs typeface="Noto Sans JP"/>
              </a:rPr>
              <a:t>何を楽にしたいか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3359327-F0B8-4A26-B1F7-81CD55162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048125" y="3219450"/>
            <a:ext cx="10572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45A63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E006552-51B3-4F58-AA32-CC214C787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2419350"/>
            <a:ext cx="16764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63DFEF"/>
                </a:solidFill>
                <a:latin typeface="Noto Sans JP"/>
                <a:ea typeface="Noto Sans JP"/>
                <a:cs typeface="Noto Sans JP"/>
              </a:defRPr>
            </a:pPr>
            <a:r>
              <a:rPr sz="1050" b="1">
                <a:solidFill>
                  <a:srgbClr val="63DFEF"/>
                </a:solidFill>
                <a:latin typeface="Noto Sans JP"/>
                <a:ea typeface="Noto Sans JP"/>
                <a:cs typeface="Noto Sans JP"/>
              </a:rPr>
              <a:t>03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F72C719-BCC1-4BBF-BE36-324ACB531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2876550"/>
            <a:ext cx="685800" cy="685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3DFEF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7E20806-FBFF-4E79-B630-160812A2A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81675" y="3048000"/>
            <a:ext cx="3238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07161C"/>
                </a:solidFill>
                <a:latin typeface="Noto Sans JP"/>
                <a:ea typeface="Noto Sans JP"/>
                <a:cs typeface="Noto Sans JP"/>
              </a:defRPr>
            </a:pPr>
            <a:r>
              <a:rPr sz="1650" b="1">
                <a:solidFill>
                  <a:srgbClr val="07161C"/>
                </a:solidFill>
                <a:latin typeface="Noto Sans JP"/>
                <a:ea typeface="Noto Sans JP"/>
                <a:cs typeface="Noto Sans JP"/>
              </a:rPr>
              <a:t>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8F4336F-D950-4C0A-B307-98B70872B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3800475"/>
            <a:ext cx="1676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EAF7F8"/>
                </a:solidFill>
                <a:latin typeface="Noto Sans JP"/>
                <a:ea typeface="Noto Sans JP"/>
                <a:cs typeface="Noto Sans JP"/>
              </a:defRPr>
            </a:pPr>
            <a:r>
              <a:rPr sz="1650" b="1">
                <a:solidFill>
                  <a:srgbClr val="EAF7F8"/>
                </a:solidFill>
                <a:latin typeface="Noto Sans JP"/>
                <a:ea typeface="Noto Sans JP"/>
                <a:cs typeface="Noto Sans JP"/>
              </a:rPr>
              <a:t>動作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9C029A3-B1DE-4624-AA2E-CDAC7DA55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57775" y="4305300"/>
            <a:ext cx="17716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125" b="0">
                <a:solidFill>
                  <a:srgbClr val="8FA8AD"/>
                </a:solidFill>
                <a:latin typeface="Noto Sans JP"/>
                <a:ea typeface="Noto Sans JP"/>
                <a:cs typeface="Noto Sans JP"/>
              </a:defRPr>
            </a:pPr>
            <a:r>
              <a:rPr sz="1125" b="0">
                <a:solidFill>
                  <a:srgbClr val="8FA8AD"/>
                </a:solidFill>
                <a:latin typeface="Noto Sans JP"/>
                <a:ea typeface="Noto Sans JP"/>
                <a:cs typeface="Noto Sans JP"/>
              </a:rPr>
              <a:t>何を押すとどうなるか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1B79F8E-FC1B-437C-AFA2-C74615191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286500" y="3219450"/>
            <a:ext cx="10572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45A63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4D1E795-0E9C-4F02-A20B-30151BCF4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3775" y="2419350"/>
            <a:ext cx="16764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63DFEF"/>
                </a:solidFill>
                <a:latin typeface="Noto Sans JP"/>
                <a:ea typeface="Noto Sans JP"/>
                <a:cs typeface="Noto Sans JP"/>
              </a:defRPr>
            </a:pPr>
            <a:r>
              <a:rPr sz="1050" b="1">
                <a:solidFill>
                  <a:srgbClr val="63DFEF"/>
                </a:solidFill>
                <a:latin typeface="Noto Sans JP"/>
                <a:ea typeface="Noto Sans JP"/>
                <a:cs typeface="Noto Sans JP"/>
              </a:rPr>
              <a:t>04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2762947-3B43-47B5-B6A2-7DD2FE473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39075" y="2876550"/>
            <a:ext cx="685800" cy="685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3DFEF"/>
          </a:solidFill>
          <a:ln xmlns:a="http://schemas.openxmlformats.org/drawingml/2006/main" w="0">
            <a:noFill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E9A6F21-0876-4BBE-A1AC-AC46D7611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048000"/>
            <a:ext cx="3238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07161C"/>
                </a:solidFill>
                <a:latin typeface="Noto Sans JP"/>
                <a:ea typeface="Noto Sans JP"/>
                <a:cs typeface="Noto Sans JP"/>
              </a:defRPr>
            </a:pPr>
            <a:r>
              <a:rPr sz="1650" b="1">
                <a:solidFill>
                  <a:srgbClr val="07161C"/>
                </a:solidFill>
                <a:latin typeface="Noto Sans JP"/>
                <a:ea typeface="Noto Sans JP"/>
                <a:cs typeface="Noto Sans JP"/>
              </a:rPr>
              <a:t>4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AAA4C72-C73E-42B0-8A70-79956C69C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3775" y="3800475"/>
            <a:ext cx="1676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EAF7F8"/>
                </a:solidFill>
                <a:latin typeface="Noto Sans JP"/>
                <a:ea typeface="Noto Sans JP"/>
                <a:cs typeface="Noto Sans JP"/>
              </a:defRPr>
            </a:pPr>
            <a:r>
              <a:rPr sz="1650" b="1">
                <a:solidFill>
                  <a:srgbClr val="EAF7F8"/>
                </a:solidFill>
                <a:latin typeface="Noto Sans JP"/>
                <a:ea typeface="Noto Sans JP"/>
                <a:cs typeface="Noto Sans JP"/>
              </a:rPr>
              <a:t>条件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88EAF45-C138-4D10-8DB0-6469B0DA5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4305300"/>
            <a:ext cx="17716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125" b="0">
                <a:solidFill>
                  <a:srgbClr val="8FA8AD"/>
                </a:solidFill>
                <a:latin typeface="Noto Sans JP"/>
                <a:ea typeface="Noto Sans JP"/>
                <a:cs typeface="Noto Sans JP"/>
              </a:defRPr>
            </a:pPr>
            <a:r>
              <a:rPr sz="1125" b="0">
                <a:solidFill>
                  <a:srgbClr val="8FA8AD"/>
                </a:solidFill>
                <a:latin typeface="Noto Sans JP"/>
                <a:ea typeface="Noto Sans JP"/>
                <a:cs typeface="Noto Sans JP"/>
              </a:rPr>
              <a:t>費用・安全・対応OS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95AB59C-A259-483D-9179-EFD81F872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8524875" y="3219450"/>
            <a:ext cx="10572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45A63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389D183-63A6-44A9-BD2C-0BF81299B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2419350"/>
            <a:ext cx="16764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E4BC72"/>
                </a:solidFill>
                <a:latin typeface="Noto Sans JP"/>
                <a:ea typeface="Noto Sans JP"/>
                <a:cs typeface="Noto Sans JP"/>
              </a:defRPr>
            </a:pPr>
            <a:r>
              <a:rPr sz="1050" b="1">
                <a:solidFill>
                  <a:srgbClr val="E4BC72"/>
                </a:solidFill>
                <a:latin typeface="Noto Sans JP"/>
                <a:ea typeface="Noto Sans JP"/>
                <a:cs typeface="Noto Sans JP"/>
              </a:rPr>
              <a:t>05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AA4A3AC-BCD7-4004-BB52-F4BB40F86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2876550"/>
            <a:ext cx="685800" cy="685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4BC72"/>
          </a:solidFill>
          <a:ln xmlns:a="http://schemas.openxmlformats.org/drawingml/2006/main" w="0">
            <a:noFill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C6693E6-0110-4938-8A74-B17D524D9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58425" y="3048000"/>
            <a:ext cx="3238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07161C"/>
                </a:solidFill>
                <a:latin typeface="Noto Sans JP"/>
                <a:ea typeface="Noto Sans JP"/>
                <a:cs typeface="Noto Sans JP"/>
              </a:defRPr>
            </a:pPr>
            <a:r>
              <a:rPr sz="1650" b="1">
                <a:solidFill>
                  <a:srgbClr val="07161C"/>
                </a:solidFill>
                <a:latin typeface="Noto Sans JP"/>
                <a:ea typeface="Noto Sans JP"/>
                <a:cs typeface="Noto Sans JP"/>
              </a:rPr>
              <a:t>5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84ABED5-3156-4283-B3D1-29C129915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3800475"/>
            <a:ext cx="1676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EAF7F8"/>
                </a:solidFill>
                <a:latin typeface="Noto Sans JP"/>
                <a:ea typeface="Noto Sans JP"/>
                <a:cs typeface="Noto Sans JP"/>
              </a:defRPr>
            </a:pPr>
            <a:r>
              <a:rPr sz="1650" b="1">
                <a:solidFill>
                  <a:srgbClr val="EAF7F8"/>
                </a:solidFill>
                <a:latin typeface="Noto Sans JP"/>
                <a:ea typeface="Noto Sans JP"/>
                <a:cs typeface="Noto Sans JP"/>
              </a:rPr>
              <a:t>確認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6CD77A5-56AC-41F6-AFEB-0BF77A6F7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34525" y="4305300"/>
            <a:ext cx="17716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125" b="0">
                <a:solidFill>
                  <a:srgbClr val="8FA8AD"/>
                </a:solidFill>
                <a:latin typeface="Noto Sans JP"/>
                <a:ea typeface="Noto Sans JP"/>
                <a:cs typeface="Noto Sans JP"/>
              </a:defRPr>
            </a:pPr>
            <a:r>
              <a:rPr sz="1125" b="0">
                <a:solidFill>
                  <a:srgbClr val="8FA8AD"/>
                </a:solidFill>
                <a:latin typeface="Noto Sans JP"/>
                <a:ea typeface="Noto Sans JP"/>
                <a:cs typeface="Noto Sans JP"/>
              </a:rPr>
              <a:t>テストと説明書更新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2667433-5AC3-42D4-9D13-B2F2E09F2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5476875"/>
            <a:ext cx="9677400" cy="438150"/>
          </a:xfrm>
          <a:prstGeom xmlns:a="http://schemas.openxmlformats.org/drawingml/2006/main" prst="roundRect">
            <a:avLst>
              <a:gd name="adj" fmla="val 15217"/>
            </a:avLst>
          </a:prstGeom>
          <a:solidFill xmlns:a="http://schemas.openxmlformats.org/drawingml/2006/main">
            <a:srgbClr val="0C3039"/>
          </a:solidFill>
          <a:ln xmlns:a="http://schemas.openxmlformats.org/drawingml/2006/main" w="9525">
            <a:solidFill>
              <a:srgbClr val="2C6874"/>
            </a:solidFill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63DFEF"/>
                </a:solidFill>
                <a:latin typeface="Noto Sans JP"/>
                <a:ea typeface="Noto Sans JP"/>
                <a:cs typeface="Noto Sans JP"/>
              </a:defRPr>
            </a:pPr>
            <a:r>
              <a:rPr sz="1350" b="1">
                <a:solidFill>
                  <a:srgbClr val="63DFEF"/>
                </a:solidFill>
                <a:latin typeface="Noto Sans JP"/>
                <a:ea typeface="Noto Sans JP"/>
                <a:cs typeface="Noto Sans JP"/>
              </a:rPr>
              <a:t>大切なのは、同じチャットより『正しいAI NORIKOフォルダを開いていること』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C8250DA-BD82-4B4B-943D-8708C8846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27622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750" b="1">
                <a:solidFill>
                  <a:srgbClr val="557279"/>
                </a:solidFill>
                <a:latin typeface="Noto Sans JP"/>
                <a:ea typeface="Noto Sans JP"/>
                <a:cs typeface="Noto Sans JP"/>
              </a:defRPr>
            </a:pPr>
            <a:r>
              <a:rPr sz="750" b="1">
                <a:solidFill>
                  <a:srgbClr val="557279"/>
                </a:solidFill>
                <a:latin typeface="Noto Sans JP"/>
                <a:ea typeface="Noto Sans JP"/>
                <a:cs typeface="Noto Sans JP"/>
              </a:rPr>
              <a:t>AI NORIKO STARTER KIT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5363CB92-8B95-4C37-AD5B-5AA3FC58B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6467475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825" b="1">
                <a:solidFill>
                  <a:srgbClr val="63DFEF"/>
                </a:solidFill>
                <a:latin typeface="Noto Sans JP"/>
                <a:ea typeface="Noto Sans JP"/>
                <a:cs typeface="Noto Sans JP"/>
              </a:defRPr>
            </a:pPr>
            <a:r>
              <a:rPr sz="825" b="1">
                <a:solidFill>
                  <a:srgbClr val="63DFEF"/>
                </a:solidFill>
                <a:latin typeface="Noto Sans JP"/>
                <a:ea typeface="Noto Sans JP"/>
                <a:cs typeface="Noto Sans JP"/>
              </a:rPr>
              <a:t>29</a:t>
            </a:r>
          </a:p>
        </p:txBody>
      </p:sp>
    </p:spTree>
    <p:extLst>
      <p:ext uri="{BB962C8B-B14F-4D97-AF65-F5344CB8AC3E}">
        <p14:creationId xmlns:p14="http://schemas.microsoft.com/office/powerpoint/2010/main" val="566705582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F7F4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3DF716F-F5EB-4E1B-B018-931D885C2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3429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138596"/>
                </a:solidFill>
                <a:latin typeface="Noto Sans JP"/>
                <a:ea typeface="Noto Sans JP"/>
                <a:cs typeface="Noto Sans JP"/>
              </a:defRPr>
            </a:pPr>
            <a:r>
              <a:rPr sz="975" b="1">
                <a:solidFill>
                  <a:srgbClr val="138596"/>
                </a:solidFill>
                <a:latin typeface="Noto Sans JP"/>
                <a:ea typeface="Noto Sans JP"/>
                <a:cs typeface="Noto Sans JP"/>
              </a:rPr>
              <a:t>04 / PROMPT RECIPE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F5DE627-2068-41EA-AA54-0917F0631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62000"/>
            <a:ext cx="10820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150" b="1">
                <a:solidFill>
                  <a:srgbClr val="07161C"/>
                </a:solidFill>
                <a:latin typeface="Noto Sans JP"/>
                <a:ea typeface="Noto Sans JP"/>
                <a:cs typeface="Noto Sans JP"/>
              </a:defRPr>
            </a:pPr>
            <a:r>
              <a:rPr sz="3150" b="1">
                <a:solidFill>
                  <a:srgbClr val="07161C"/>
                </a:solidFill>
                <a:latin typeface="Noto Sans JP"/>
                <a:ea typeface="Noto Sans JP"/>
                <a:cs typeface="Noto Sans JP"/>
              </a:rPr>
              <a:t>追加依頼は6項目で伝える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3E08274-B61D-47F7-B500-51F8366A7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495425"/>
            <a:ext cx="10287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425" b="0">
                <a:solidFill>
                  <a:srgbClr val="607579"/>
                </a:solidFill>
                <a:latin typeface="Noto Sans JP"/>
                <a:ea typeface="Noto Sans JP"/>
                <a:cs typeface="Noto Sans JP"/>
              </a:defRPr>
            </a:pPr>
            <a:r>
              <a:rPr sz="1425" b="0">
                <a:solidFill>
                  <a:srgbClr val="607579"/>
                </a:solidFill>
                <a:latin typeface="Noto Sans JP"/>
                <a:ea typeface="Noto Sans JP"/>
                <a:cs typeface="Noto Sans JP"/>
              </a:rPr>
              <a:t>曖昧な部分は、Codexに一つずつ質問してもらいます。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5EEE109-34FF-4146-9D05-7F5DDD5B7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85800" y="1971675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8D4CF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079DC4E-1CE3-48D2-9433-1A6E51F8D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181225"/>
            <a:ext cx="514350" cy="4191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07161C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63DFEF"/>
                </a:solidFill>
                <a:latin typeface="Noto Sans JP"/>
                <a:ea typeface="Noto Sans JP"/>
                <a:cs typeface="Noto Sans JP"/>
              </a:defRPr>
            </a:pPr>
            <a:r>
              <a:rPr sz="1050" b="1">
                <a:solidFill>
                  <a:srgbClr val="63DFEF"/>
                </a:solidFill>
                <a:latin typeface="Noto Sans JP"/>
                <a:ea typeface="Noto Sans JP"/>
                <a:cs typeface="Noto Sans JP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90113AF-61ED-4C68-9A94-F79C66D2D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2181225"/>
            <a:ext cx="1238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425" b="1">
                <a:solidFill>
                  <a:srgbClr val="07161C"/>
                </a:solidFill>
                <a:latin typeface="Noto Sans JP"/>
                <a:ea typeface="Noto Sans JP"/>
                <a:cs typeface="Noto Sans JP"/>
              </a:defRPr>
            </a:pPr>
            <a:r>
              <a:rPr sz="1425" b="1">
                <a:solidFill>
                  <a:srgbClr val="07161C"/>
                </a:solidFill>
                <a:latin typeface="Noto Sans JP"/>
                <a:ea typeface="Noto Sans JP"/>
                <a:cs typeface="Noto Sans JP"/>
              </a:rPr>
              <a:t>機能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D8424CE-73FA-45B3-8735-B40A96C5F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2181225"/>
            <a:ext cx="2952750" cy="4191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D4CF"/>
            </a:solidFill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07161C"/>
                </a:solidFill>
                <a:latin typeface="Noto Sans JP"/>
                <a:ea typeface="Noto Sans JP"/>
                <a:cs typeface="Noto Sans JP"/>
              </a:defRPr>
            </a:pPr>
            <a:r>
              <a:rPr sz="1200" b="1">
                <a:solidFill>
                  <a:srgbClr val="07161C"/>
                </a:solidFill>
                <a:latin typeface="Noto Sans JP"/>
                <a:ea typeface="Noto Sans JP"/>
                <a:cs typeface="Noto Sans JP"/>
              </a:rPr>
              <a:t>何を追加したいか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2CC918F-22A8-41A3-AC6E-68562B60A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2181225"/>
            <a:ext cx="5543550" cy="4191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D4CF"/>
            </a:solidFill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125" b="0">
                <a:solidFill>
                  <a:srgbClr val="607579"/>
                </a:solidFill>
                <a:latin typeface="Noto Sans JP"/>
                <a:ea typeface="Noto Sans JP"/>
                <a:cs typeface="Noto Sans JP"/>
              </a:defRPr>
            </a:pPr>
            <a:r>
              <a:rPr sz="1125" b="0">
                <a:solidFill>
                  <a:srgbClr val="607579"/>
                </a:solidFill>
                <a:latin typeface="Noto Sans JP"/>
                <a:ea typeface="Noto Sans JP"/>
                <a:cs typeface="Noto Sans JP"/>
              </a:rPr>
              <a:t>例：記録を1日1ファイルへ追記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1840396-0374-4FDF-9EC5-1D8985C1D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762250"/>
            <a:ext cx="514350" cy="4191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07161C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63DFEF"/>
                </a:solidFill>
                <a:latin typeface="Noto Sans JP"/>
                <a:ea typeface="Noto Sans JP"/>
                <a:cs typeface="Noto Sans JP"/>
              </a:defRPr>
            </a:pPr>
            <a:r>
              <a:rPr sz="1050" b="1">
                <a:solidFill>
                  <a:srgbClr val="63DFEF"/>
                </a:solidFill>
                <a:latin typeface="Noto Sans JP"/>
                <a:ea typeface="Noto Sans JP"/>
                <a:cs typeface="Noto Sans JP"/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E171968-1463-4DA3-9783-B2E482CC2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2762250"/>
            <a:ext cx="1238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425" b="1">
                <a:solidFill>
                  <a:srgbClr val="07161C"/>
                </a:solidFill>
                <a:latin typeface="Noto Sans JP"/>
                <a:ea typeface="Noto Sans JP"/>
                <a:cs typeface="Noto Sans JP"/>
              </a:defRPr>
            </a:pPr>
            <a:r>
              <a:rPr sz="1425" b="1">
                <a:solidFill>
                  <a:srgbClr val="07161C"/>
                </a:solidFill>
                <a:latin typeface="Noto Sans JP"/>
                <a:ea typeface="Noto Sans JP"/>
                <a:cs typeface="Noto Sans JP"/>
              </a:rPr>
              <a:t>目的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A8BBF18-E602-4A79-B17F-9D4F804F6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2762250"/>
            <a:ext cx="2952750" cy="4191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D4CF"/>
            </a:solidFill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07161C"/>
                </a:solidFill>
                <a:latin typeface="Noto Sans JP"/>
                <a:ea typeface="Noto Sans JP"/>
                <a:cs typeface="Noto Sans JP"/>
              </a:defRPr>
            </a:pPr>
            <a:r>
              <a:rPr sz="1200" b="1">
                <a:solidFill>
                  <a:srgbClr val="07161C"/>
                </a:solidFill>
                <a:latin typeface="Noto Sans JP"/>
                <a:ea typeface="Noto Sans JP"/>
                <a:cs typeface="Noto Sans JP"/>
              </a:rPr>
              <a:t>何が楽になるか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32BDC0D-E6D5-41F9-ADA5-990C686F9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2762250"/>
            <a:ext cx="5543550" cy="4191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D4CF"/>
            </a:solidFill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125" b="0">
                <a:solidFill>
                  <a:srgbClr val="607579"/>
                </a:solidFill>
                <a:latin typeface="Noto Sans JP"/>
                <a:ea typeface="Noto Sans JP"/>
                <a:cs typeface="Noto Sans JP"/>
              </a:defRPr>
            </a:pPr>
            <a:r>
              <a:rPr sz="1125" b="0">
                <a:solidFill>
                  <a:srgbClr val="607579"/>
                </a:solidFill>
                <a:latin typeface="Noto Sans JP"/>
                <a:ea typeface="Noto Sans JP"/>
                <a:cs typeface="Noto Sans JP"/>
              </a:rPr>
              <a:t>例：思いつきを忘れず後から探したい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8B4C0F4-62EE-4C45-A9E4-8AC6F60AF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343275"/>
            <a:ext cx="514350" cy="4191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07161C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63DFEF"/>
                </a:solidFill>
                <a:latin typeface="Noto Sans JP"/>
                <a:ea typeface="Noto Sans JP"/>
                <a:cs typeface="Noto Sans JP"/>
              </a:defRPr>
            </a:pPr>
            <a:r>
              <a:rPr sz="1050" b="1">
                <a:solidFill>
                  <a:srgbClr val="63DFEF"/>
                </a:solidFill>
                <a:latin typeface="Noto Sans JP"/>
                <a:ea typeface="Noto Sans JP"/>
                <a:cs typeface="Noto Sans JP"/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15BC3AC-6650-47E0-A132-E49219B3E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3343275"/>
            <a:ext cx="1238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425" b="1">
                <a:solidFill>
                  <a:srgbClr val="07161C"/>
                </a:solidFill>
                <a:latin typeface="Noto Sans JP"/>
                <a:ea typeface="Noto Sans JP"/>
                <a:cs typeface="Noto Sans JP"/>
              </a:defRPr>
            </a:pPr>
            <a:r>
              <a:rPr sz="1425" b="1">
                <a:solidFill>
                  <a:srgbClr val="07161C"/>
                </a:solidFill>
                <a:latin typeface="Noto Sans JP"/>
                <a:ea typeface="Noto Sans JP"/>
                <a:cs typeface="Noto Sans JP"/>
              </a:rPr>
              <a:t>動作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32641BE-435C-4231-B5E3-F870A57A0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3343275"/>
            <a:ext cx="2952750" cy="4191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D4CF"/>
            </a:solidFill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07161C"/>
                </a:solidFill>
                <a:latin typeface="Noto Sans JP"/>
                <a:ea typeface="Noto Sans JP"/>
                <a:cs typeface="Noto Sans JP"/>
              </a:defRPr>
            </a:pPr>
            <a:r>
              <a:rPr sz="1200" b="1">
                <a:solidFill>
                  <a:srgbClr val="07161C"/>
                </a:solidFill>
                <a:latin typeface="Noto Sans JP"/>
                <a:ea typeface="Noto Sans JP"/>
                <a:cs typeface="Noto Sans JP"/>
              </a:rPr>
              <a:t>利用時の流れ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A64D763-D741-43A6-BB80-0E41A15C8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3343275"/>
            <a:ext cx="5543550" cy="4191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D4CF"/>
            </a:solidFill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125" b="0">
                <a:solidFill>
                  <a:srgbClr val="607579"/>
                </a:solidFill>
                <a:latin typeface="Noto Sans JP"/>
                <a:ea typeface="Noto Sans JP"/>
                <a:cs typeface="Noto Sans JP"/>
              </a:defRPr>
            </a:pPr>
            <a:r>
              <a:rPr sz="1125" b="0">
                <a:solidFill>
                  <a:srgbClr val="607579"/>
                </a:solidFill>
                <a:latin typeface="Noto Sans JP"/>
                <a:ea typeface="Noto Sans JP"/>
                <a:cs typeface="Noto Sans JP"/>
              </a:rPr>
              <a:t>例：内容を確認して既存の日付ノートへ追記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A18833D-F211-4B28-B036-086D323FD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924300"/>
            <a:ext cx="514350" cy="4191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07161C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63DFEF"/>
                </a:solidFill>
                <a:latin typeface="Noto Sans JP"/>
                <a:ea typeface="Noto Sans JP"/>
                <a:cs typeface="Noto Sans JP"/>
              </a:defRPr>
            </a:pPr>
            <a:r>
              <a:rPr sz="1050" b="1">
                <a:solidFill>
                  <a:srgbClr val="63DFEF"/>
                </a:solidFill>
                <a:latin typeface="Noto Sans JP"/>
                <a:ea typeface="Noto Sans JP"/>
                <a:cs typeface="Noto Sans JP"/>
              </a:rPr>
              <a:t>04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E97292B-0EC1-46BD-A6B2-85C0AF506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3924300"/>
            <a:ext cx="1238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425" b="1">
                <a:solidFill>
                  <a:srgbClr val="07161C"/>
                </a:solidFill>
                <a:latin typeface="Noto Sans JP"/>
                <a:ea typeface="Noto Sans JP"/>
                <a:cs typeface="Noto Sans JP"/>
              </a:defRPr>
            </a:pPr>
            <a:r>
              <a:rPr sz="1425" b="1">
                <a:solidFill>
                  <a:srgbClr val="07161C"/>
                </a:solidFill>
                <a:latin typeface="Noto Sans JP"/>
                <a:ea typeface="Noto Sans JP"/>
                <a:cs typeface="Noto Sans JP"/>
              </a:rPr>
              <a:t>条件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15A0F4F-C715-41D1-95D1-9F62200AC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3924300"/>
            <a:ext cx="2952750" cy="4191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D4CF"/>
            </a:solidFill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07161C"/>
                </a:solidFill>
                <a:latin typeface="Noto Sans JP"/>
                <a:ea typeface="Noto Sans JP"/>
                <a:cs typeface="Noto Sans JP"/>
              </a:defRPr>
            </a:pPr>
            <a:r>
              <a:rPr sz="1200" b="1">
                <a:solidFill>
                  <a:srgbClr val="07161C"/>
                </a:solidFill>
                <a:latin typeface="Noto Sans JP"/>
                <a:ea typeface="Noto Sans JP"/>
                <a:cs typeface="Noto Sans JP"/>
              </a:rPr>
              <a:t>守ってほしいこと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EF975BE-9C9C-4C3F-BADE-1879FEDF3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3924300"/>
            <a:ext cx="5543550" cy="4191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D4CF"/>
            </a:solidFill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125" b="0">
                <a:solidFill>
                  <a:srgbClr val="607579"/>
                </a:solidFill>
                <a:latin typeface="Noto Sans JP"/>
                <a:ea typeface="Noto Sans JP"/>
                <a:cs typeface="Noto Sans JP"/>
              </a:defRPr>
            </a:pPr>
            <a:r>
              <a:rPr sz="1125" b="0">
                <a:solidFill>
                  <a:srgbClr val="607579"/>
                </a:solidFill>
                <a:latin typeface="Noto Sans JP"/>
                <a:ea typeface="Noto Sans JP"/>
                <a:cs typeface="Noto Sans JP"/>
              </a:rPr>
              <a:t>例：既存機能・情報・OSを守る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255B0F0-CC03-4846-AEE4-B9BDEB130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505325"/>
            <a:ext cx="514350" cy="4191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07161C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63DFEF"/>
                </a:solidFill>
                <a:latin typeface="Noto Sans JP"/>
                <a:ea typeface="Noto Sans JP"/>
                <a:cs typeface="Noto Sans JP"/>
              </a:defRPr>
            </a:pPr>
            <a:r>
              <a:rPr sz="1050" b="1">
                <a:solidFill>
                  <a:srgbClr val="63DFEF"/>
                </a:solidFill>
                <a:latin typeface="Noto Sans JP"/>
                <a:ea typeface="Noto Sans JP"/>
                <a:cs typeface="Noto Sans JP"/>
              </a:rPr>
              <a:t>05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6C9679A-5B62-4BE0-B129-06792F7E6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4505325"/>
            <a:ext cx="1238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425" b="1">
                <a:solidFill>
                  <a:srgbClr val="07161C"/>
                </a:solidFill>
                <a:latin typeface="Noto Sans JP"/>
                <a:ea typeface="Noto Sans JP"/>
                <a:cs typeface="Noto Sans JP"/>
              </a:defRPr>
            </a:pPr>
            <a:r>
              <a:rPr sz="1425" b="1">
                <a:solidFill>
                  <a:srgbClr val="07161C"/>
                </a:solidFill>
                <a:latin typeface="Noto Sans JP"/>
                <a:ea typeface="Noto Sans JP"/>
                <a:cs typeface="Noto Sans JP"/>
              </a:rPr>
              <a:t>費用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F948F15-9BDD-4A11-9943-7FED1F241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4505325"/>
            <a:ext cx="2952750" cy="4191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D4CF"/>
            </a:solidFill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07161C"/>
                </a:solidFill>
                <a:latin typeface="Noto Sans JP"/>
                <a:ea typeface="Noto Sans JP"/>
                <a:cs typeface="Noto Sans JP"/>
              </a:defRPr>
            </a:pPr>
            <a:r>
              <a:rPr sz="1200" b="1">
                <a:solidFill>
                  <a:srgbClr val="07161C"/>
                </a:solidFill>
                <a:latin typeface="Noto Sans JP"/>
                <a:ea typeface="Noto Sans JP"/>
                <a:cs typeface="Noto Sans JP"/>
              </a:rPr>
              <a:t>有料時の扱い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BFDFC83-11AB-4733-9135-BB4814A31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4505325"/>
            <a:ext cx="5543550" cy="4191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D4CF"/>
            </a:solidFill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125" b="0">
                <a:solidFill>
                  <a:srgbClr val="607579"/>
                </a:solidFill>
                <a:latin typeface="Noto Sans JP"/>
                <a:ea typeface="Noto Sans JP"/>
                <a:cs typeface="Noto Sans JP"/>
              </a:defRPr>
            </a:pPr>
            <a:r>
              <a:rPr sz="1125" b="0">
                <a:solidFill>
                  <a:srgbClr val="607579"/>
                </a:solidFill>
                <a:latin typeface="Noto Sans JP"/>
                <a:ea typeface="Noto Sans JP"/>
                <a:cs typeface="Noto Sans JP"/>
              </a:rPr>
              <a:t>例：実装前に料金と無料案を説明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2E7D4F5-19C9-4BA5-9C86-6D589BA8E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086350"/>
            <a:ext cx="514350" cy="4191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1C9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7A550D"/>
                </a:solidFill>
                <a:latin typeface="Noto Sans JP"/>
                <a:ea typeface="Noto Sans JP"/>
                <a:cs typeface="Noto Sans JP"/>
              </a:defRPr>
            </a:pPr>
            <a:r>
              <a:rPr sz="1050" b="1">
                <a:solidFill>
                  <a:srgbClr val="7A550D"/>
                </a:solidFill>
                <a:latin typeface="Noto Sans JP"/>
                <a:ea typeface="Noto Sans JP"/>
                <a:cs typeface="Noto Sans JP"/>
              </a:rPr>
              <a:t>06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6E6F854-3B2C-4572-BB36-4B343F8CF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5086350"/>
            <a:ext cx="1238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425" b="1">
                <a:solidFill>
                  <a:srgbClr val="07161C"/>
                </a:solidFill>
                <a:latin typeface="Noto Sans JP"/>
                <a:ea typeface="Noto Sans JP"/>
                <a:cs typeface="Noto Sans JP"/>
              </a:defRPr>
            </a:pPr>
            <a:r>
              <a:rPr sz="1425" b="1">
                <a:solidFill>
                  <a:srgbClr val="07161C"/>
                </a:solidFill>
                <a:latin typeface="Noto Sans JP"/>
                <a:ea typeface="Noto Sans JP"/>
                <a:cs typeface="Noto Sans JP"/>
              </a:rPr>
              <a:t>確認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8A7F3E9-5178-45D4-AFF8-BFB5DB90E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5086350"/>
            <a:ext cx="2952750" cy="4191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D4CF"/>
            </a:solidFill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07161C"/>
                </a:solidFill>
                <a:latin typeface="Noto Sans JP"/>
                <a:ea typeface="Noto Sans JP"/>
                <a:cs typeface="Noto Sans JP"/>
              </a:defRPr>
            </a:pPr>
            <a:r>
              <a:rPr sz="1200" b="1">
                <a:solidFill>
                  <a:srgbClr val="07161C"/>
                </a:solidFill>
                <a:latin typeface="Noto Sans JP"/>
                <a:ea typeface="Noto Sans JP"/>
                <a:cs typeface="Noto Sans JP"/>
              </a:rPr>
              <a:t>完成の基準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56DFBCE-074A-4F61-9203-4DAEFBF78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5086350"/>
            <a:ext cx="5543550" cy="4191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D4CF"/>
            </a:solidFill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125" b="0">
                <a:solidFill>
                  <a:srgbClr val="607579"/>
                </a:solidFill>
                <a:latin typeface="Noto Sans JP"/>
                <a:ea typeface="Noto Sans JP"/>
                <a:cs typeface="Noto Sans JP"/>
              </a:defRPr>
            </a:pPr>
            <a:r>
              <a:rPr sz="1125" b="0">
                <a:solidFill>
                  <a:srgbClr val="607579"/>
                </a:solidFill>
                <a:latin typeface="Noto Sans JP"/>
                <a:ea typeface="Noto Sans JP"/>
                <a:cs typeface="Noto Sans JP"/>
              </a:rPr>
              <a:t>例：動作テスト・README更新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FF99FBF-516D-4261-ADA3-923EC0FA5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5829300"/>
            <a:ext cx="5905500" cy="36195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07161C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75" b="1">
                <a:solidFill>
                  <a:srgbClr val="EAF7F8"/>
                </a:solidFill>
                <a:latin typeface="Noto Sans JP"/>
                <a:ea typeface="Noto Sans JP"/>
                <a:cs typeface="Noto Sans JP"/>
              </a:defRPr>
            </a:pPr>
            <a:r>
              <a:rPr sz="1275" b="1">
                <a:solidFill>
                  <a:srgbClr val="EAF7F8"/>
                </a:solidFill>
                <a:latin typeface="Noto Sans JP"/>
                <a:ea typeface="Noto Sans JP"/>
                <a:cs typeface="Noto Sans JP"/>
              </a:rPr>
              <a:t>全文は受講者ページの P12（追加開発）からコピー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3421477-373F-466D-A18A-8FE821A61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27622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750" b="1">
                <a:solidFill>
                  <a:srgbClr val="7C908E"/>
                </a:solidFill>
                <a:latin typeface="Noto Sans JP"/>
                <a:ea typeface="Noto Sans JP"/>
                <a:cs typeface="Noto Sans JP"/>
              </a:defRPr>
            </a:pPr>
            <a:r>
              <a:rPr sz="750" b="1">
                <a:solidFill>
                  <a:srgbClr val="7C908E"/>
                </a:solidFill>
                <a:latin typeface="Noto Sans JP"/>
                <a:ea typeface="Noto Sans JP"/>
                <a:cs typeface="Noto Sans JP"/>
              </a:rPr>
              <a:t>AI NORIKO STARTER KIT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19DCEEB-D179-48E4-826D-E8AE1908E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6467475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825" b="1">
                <a:solidFill>
                  <a:srgbClr val="138596"/>
                </a:solidFill>
                <a:latin typeface="Noto Sans JP"/>
                <a:ea typeface="Noto Sans JP"/>
                <a:cs typeface="Noto Sans JP"/>
              </a:defRPr>
            </a:pPr>
            <a:r>
              <a:rPr sz="825" b="1">
                <a:solidFill>
                  <a:srgbClr val="138596"/>
                </a:solidFill>
                <a:latin typeface="Noto Sans JP"/>
                <a:ea typeface="Noto Sans JP"/>
                <a:cs typeface="Noto Sans JP"/>
              </a:rPr>
              <a:t>30</a:t>
            </a:r>
          </a:p>
        </p:txBody>
      </p:sp>
    </p:spTree>
    <p:extLst>
      <p:ext uri="{BB962C8B-B14F-4D97-AF65-F5344CB8AC3E}">
        <p14:creationId xmlns:p14="http://schemas.microsoft.com/office/powerpoint/2010/main" val="1838547057"/>
      </p:ext>
    </p:extLst>
  </p:cSld>
</p:sld>
</file>

<file path=ppt/slides/slide31.xml><?xml version="1.0" encoding="utf-8"?>
<p:sld xmlns:p="http://schemas.openxmlformats.org/presentationml/2006/main">
  <p:cSld>
    <p:bg>
      <p:bgPr>
        <a:solidFill xmlns:a="http://schemas.openxmlformats.org/drawingml/2006/main">
          <a:srgbClr val="07161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0C9C6F1-8BA0-4A1E-A4E8-C57DC1E4F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3429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63DFEF"/>
                </a:solidFill>
                <a:latin typeface="Noto Sans JP"/>
                <a:ea typeface="Noto Sans JP"/>
                <a:cs typeface="Noto Sans JP"/>
              </a:defRPr>
            </a:pPr>
            <a:r>
              <a:rPr sz="975" b="1">
                <a:solidFill>
                  <a:srgbClr val="63DFEF"/>
                </a:solidFill>
                <a:latin typeface="Noto Sans JP"/>
                <a:ea typeface="Noto Sans JP"/>
                <a:cs typeface="Noto Sans JP"/>
              </a:rPr>
              <a:t>04 / OBSIDIAN MEMORY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D7D2423-5972-4D8F-A6AF-A5BDC919E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62000"/>
            <a:ext cx="10820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150" b="1">
                <a:solidFill>
                  <a:srgbClr val="EAF7F8"/>
                </a:solidFill>
                <a:latin typeface="Noto Sans JP"/>
                <a:ea typeface="Noto Sans JP"/>
                <a:cs typeface="Noto Sans JP"/>
              </a:defRPr>
            </a:pPr>
            <a:r>
              <a:rPr sz="3150" b="1">
                <a:solidFill>
                  <a:srgbClr val="EAF7F8"/>
                </a:solidFill>
                <a:latin typeface="Noto Sans JP"/>
                <a:ea typeface="Noto Sans JP"/>
                <a:cs typeface="Noto Sans JP"/>
              </a:rPr>
              <a:t>話した内容を、確認して知識に残す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B3C4DBD-A1B3-42E0-B72F-24084CAF7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495425"/>
            <a:ext cx="10287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425" b="0">
                <a:solidFill>
                  <a:srgbClr val="8FA8AD"/>
                </a:solidFill>
                <a:latin typeface="Noto Sans JP"/>
                <a:ea typeface="Noto Sans JP"/>
                <a:cs typeface="Noto Sans JP"/>
              </a:defRPr>
            </a:pPr>
            <a:r>
              <a:rPr sz="1425" b="0">
                <a:solidFill>
                  <a:srgbClr val="8FA8AD"/>
                </a:solidFill>
                <a:latin typeface="Noto Sans JP"/>
                <a:ea typeface="Noto Sans JP"/>
                <a:cs typeface="Noto Sans JP"/>
              </a:rPr>
              <a:t>「Obsidianに記録して」で下書きを確認し、保存を選びます。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CCF6413-2625-4125-90AF-F49B17AFB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85800" y="1971675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34149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5AF5857-E9D8-41A8-B498-730691469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876550"/>
            <a:ext cx="1695450" cy="1695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3DFEF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9F5DB8C-BFCD-4389-92C4-3A1AFBB4E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" y="3409950"/>
            <a:ext cx="8763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325" b="1">
                <a:solidFill>
                  <a:srgbClr val="07161C"/>
                </a:solidFill>
                <a:latin typeface="Noto Sans JP"/>
                <a:ea typeface="Noto Sans JP"/>
                <a:cs typeface="Noto Sans JP"/>
              </a:defRPr>
            </a:pPr>
            <a:r>
              <a:rPr sz="2325" b="1">
                <a:solidFill>
                  <a:srgbClr val="07161C"/>
                </a:solidFill>
                <a:latin typeface="Noto Sans JP"/>
                <a:ea typeface="Noto Sans JP"/>
                <a:cs typeface="Noto Sans JP"/>
              </a:rPr>
              <a:t>話す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6581455-978F-41FD-A0F3-B8C6CA9D4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3371850"/>
            <a:ext cx="1047750" cy="609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A5A66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BBF1463-3DF5-4467-8E6F-14DD394EC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2647950"/>
            <a:ext cx="2095500" cy="2095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A2027"/>
          </a:solidFill>
          <a:ln xmlns:a="http://schemas.openxmlformats.org/drawingml/2006/main" w="9525">
            <a:solidFill>
              <a:srgbClr val="63DFE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F521FAC-7E34-436E-AD60-D18B2241C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3238500"/>
            <a:ext cx="14478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EAF7F8"/>
                </a:solidFill>
                <a:latin typeface="Noto Sans JP"/>
                <a:ea typeface="Noto Sans JP"/>
                <a:cs typeface="Noto Sans JP"/>
              </a:defRPr>
            </a:pPr>
            <a:r>
              <a:rPr sz="1800" b="1">
                <a:solidFill>
                  <a:srgbClr val="EAF7F8"/>
                </a:solidFill>
                <a:latin typeface="Noto Sans JP"/>
                <a:ea typeface="Noto Sans JP"/>
                <a:cs typeface="Noto Sans JP"/>
              </a:rPr>
              <a:t>AI</a:t>
            </a:r>
          </a:p>
          <a:p xmlns:a="http://schemas.openxmlformats.org/drawingml/2006/main">
            <a:pPr>
              <a:buNone/>
              <a:defRPr sz="1800" b="1">
                <a:solidFill>
                  <a:srgbClr val="EAF7F8"/>
                </a:solidFill>
                <a:latin typeface="Noto Sans JP"/>
                <a:ea typeface="Noto Sans JP"/>
                <a:cs typeface="Noto Sans JP"/>
              </a:defRPr>
            </a:pPr>
            <a:r>
              <a:rPr sz="1800" b="1">
                <a:solidFill>
                  <a:srgbClr val="EAF7F8"/>
                </a:solidFill>
                <a:latin typeface="Noto Sans JP"/>
                <a:ea typeface="Noto Sans JP"/>
                <a:cs typeface="Noto Sans JP"/>
              </a:rPr>
              <a:t>NORIKO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C7722E1-0CA3-4E52-B463-70639E0D3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371850"/>
            <a:ext cx="1047750" cy="609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A5A66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54E2FA2-5E0B-46A8-BEED-BDC41456C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352675"/>
            <a:ext cx="3524250" cy="2857500"/>
          </a:xfrm>
          <a:prstGeom xmlns:a="http://schemas.openxmlformats.org/drawingml/2006/main" prst="roundRect">
            <a:avLst>
              <a:gd name="adj" fmla="val 3000"/>
            </a:avLst>
          </a:prstGeom>
          <a:solidFill xmlns:a="http://schemas.openxmlformats.org/drawingml/2006/main">
            <a:srgbClr val="102B33"/>
          </a:solidFill>
          <a:ln xmlns:a="http://schemas.openxmlformats.org/drawingml/2006/main" w="9525">
            <a:solidFill>
              <a:srgbClr val="2A626D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8E881B8-C2B7-423F-BE6D-2D8E75E79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600325"/>
            <a:ext cx="295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125" b="1">
                <a:solidFill>
                  <a:srgbClr val="63DFEF"/>
                </a:solidFill>
                <a:latin typeface="Noto Sans JP"/>
                <a:ea typeface="Noto Sans JP"/>
                <a:cs typeface="Noto Sans JP"/>
              </a:defRPr>
            </a:pPr>
            <a:r>
              <a:rPr sz="1125" b="1">
                <a:solidFill>
                  <a:srgbClr val="63DFEF"/>
                </a:solidFill>
                <a:latin typeface="Noto Sans JP"/>
                <a:ea typeface="Noto Sans JP"/>
                <a:cs typeface="Noto Sans JP"/>
              </a:rPr>
              <a:t>保存先の.mdファイル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B402088-7473-46F4-AD2F-A67DD12C57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3105150"/>
            <a:ext cx="295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EAF7F8"/>
                </a:solidFill>
                <a:latin typeface="Noto Sans JP"/>
                <a:ea typeface="Noto Sans JP"/>
                <a:cs typeface="Noto Sans JP"/>
              </a:defRPr>
            </a:pPr>
            <a:r>
              <a:rPr sz="1650" b="1">
                <a:solidFill>
                  <a:srgbClr val="EAF7F8"/>
                </a:solidFill>
                <a:latin typeface="Noto Sans JP"/>
                <a:ea typeface="Noto Sans JP"/>
                <a:cs typeface="Noto Sans JP"/>
              </a:rPr>
              <a:t>アイデア・判断基準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DA12962-E003-4670-B265-DBC028EE8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3705225"/>
            <a:ext cx="2667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8FA8AD"/>
                </a:solidFill>
                <a:latin typeface="Noto Sans JP"/>
                <a:ea typeface="Noto Sans JP"/>
                <a:cs typeface="Noto Sans JP"/>
              </a:defRPr>
            </a:pPr>
            <a:r>
              <a:rPr sz="1350" b="0">
                <a:solidFill>
                  <a:srgbClr val="8FA8AD"/>
                </a:solidFill>
                <a:latin typeface="Noto Sans JP"/>
                <a:ea typeface="Noto Sans JP"/>
                <a:cs typeface="Noto Sans JP"/>
              </a:rPr>
              <a:t>利用者の発言</a:t>
            </a:r>
          </a:p>
          <a:p xmlns:a="http://schemas.openxmlformats.org/drawingml/2006/main">
            <a:pPr>
              <a:buNone/>
              <a:defRPr sz="1350" b="0">
                <a:solidFill>
                  <a:srgbClr val="8FA8AD"/>
                </a:solidFill>
                <a:latin typeface="Noto Sans JP"/>
                <a:ea typeface="Noto Sans JP"/>
                <a:cs typeface="Noto Sans JP"/>
              </a:defRPr>
            </a:pPr>
            <a:r>
              <a:rPr sz="1350" b="0">
                <a:solidFill>
                  <a:srgbClr val="8FA8AD"/>
                </a:solidFill>
                <a:latin typeface="Noto Sans JP"/>
                <a:ea typeface="Noto Sans JP"/>
                <a:cs typeface="Noto Sans JP"/>
              </a:rPr>
              <a:t>AIの回答・提案</a:t>
            </a:r>
          </a:p>
          <a:p xmlns:a="http://schemas.openxmlformats.org/drawingml/2006/main">
            <a:pPr>
              <a:buNone/>
              <a:defRPr sz="1350" b="0">
                <a:solidFill>
                  <a:srgbClr val="8FA8AD"/>
                </a:solidFill>
                <a:latin typeface="Noto Sans JP"/>
                <a:ea typeface="Noto Sans JP"/>
                <a:cs typeface="Noto Sans JP"/>
              </a:defRPr>
            </a:pPr>
            <a:r>
              <a:rPr sz="1350" b="0">
                <a:solidFill>
                  <a:srgbClr val="8FA8AD"/>
                </a:solidFill>
                <a:latin typeface="Noto Sans JP"/>
                <a:ea typeface="Noto Sans JP"/>
                <a:cs typeface="Noto Sans JP"/>
              </a:rPr>
              <a:t>出典・日付</a:t>
            </a:r>
          </a:p>
          <a:p xmlns:a="http://schemas.openxmlformats.org/drawingml/2006/main">
            <a:pPr>
              <a:buNone/>
              <a:defRPr sz="1350" b="0">
                <a:solidFill>
                  <a:srgbClr val="8FA8AD"/>
                </a:solidFill>
                <a:latin typeface="Noto Sans JP"/>
                <a:ea typeface="Noto Sans JP"/>
                <a:cs typeface="Noto Sans JP"/>
              </a:defRPr>
            </a:pPr>
            <a:r>
              <a:rPr sz="1350" b="0">
                <a:solidFill>
                  <a:srgbClr val="8FA8AD"/>
                </a:solidFill>
                <a:latin typeface="Noto Sans JP"/>
                <a:ea typeface="Noto Sans JP"/>
                <a:cs typeface="Noto Sans JP"/>
              </a:rPr>
              <a:t>保存前に内容確認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A5D5147-6B1A-411C-BCB6-8FA013216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5534025"/>
            <a:ext cx="8839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425" b="1">
                <a:solidFill>
                  <a:srgbClr val="E4BC72"/>
                </a:solidFill>
                <a:latin typeface="Noto Sans JP"/>
                <a:ea typeface="Noto Sans JP"/>
                <a:cs typeface="Noto Sans JP"/>
              </a:defRPr>
            </a:pPr>
            <a:r>
              <a:rPr sz="1425" b="1">
                <a:solidFill>
                  <a:srgbClr val="E4BC72"/>
                </a:solidFill>
                <a:latin typeface="Noto Sans JP"/>
                <a:ea typeface="Noto Sans JP"/>
                <a:cs typeface="Noto Sans JP"/>
              </a:rPr>
              <a:t>保存完了後に実ファイルを確認。相談履歴は再起動前に残します。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9E37CED-0156-4C4F-A28D-FA543A655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27622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750" b="1">
                <a:solidFill>
                  <a:srgbClr val="557279"/>
                </a:solidFill>
                <a:latin typeface="Noto Sans JP"/>
                <a:ea typeface="Noto Sans JP"/>
                <a:cs typeface="Noto Sans JP"/>
              </a:defRPr>
            </a:pPr>
            <a:r>
              <a:rPr sz="750" b="1">
                <a:solidFill>
                  <a:srgbClr val="557279"/>
                </a:solidFill>
                <a:latin typeface="Noto Sans JP"/>
                <a:ea typeface="Noto Sans JP"/>
                <a:cs typeface="Noto Sans JP"/>
              </a:rPr>
              <a:t>AI NORIKO STARTER KIT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CC6D064-327F-46A8-A03C-F8E0C2DD5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6467475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825" b="1">
                <a:solidFill>
                  <a:srgbClr val="63DFEF"/>
                </a:solidFill>
                <a:latin typeface="Noto Sans JP"/>
                <a:ea typeface="Noto Sans JP"/>
                <a:cs typeface="Noto Sans JP"/>
              </a:defRPr>
            </a:pPr>
            <a:r>
              <a:rPr sz="825" b="1">
                <a:solidFill>
                  <a:srgbClr val="63DFEF"/>
                </a:solidFill>
                <a:latin typeface="Noto Sans JP"/>
                <a:ea typeface="Noto Sans JP"/>
                <a:cs typeface="Noto Sans JP"/>
              </a:rPr>
              <a:t>31</a:t>
            </a:r>
          </a:p>
        </p:txBody>
      </p:sp>
    </p:spTree>
    <p:extLst>
      <p:ext uri="{BB962C8B-B14F-4D97-AF65-F5344CB8AC3E}">
        <p14:creationId xmlns:p14="http://schemas.microsoft.com/office/powerpoint/2010/main" val="1756242505"/>
      </p:ext>
    </p:extLst>
  </p:cSld>
</p:sld>
</file>

<file path=ppt/slides/slide32.xml><?xml version="1.0" encoding="utf-8"?>
<p:sld xmlns:p="http://schemas.openxmlformats.org/presentationml/2006/main">
  <p:cSld>
    <p:bg>
      <p:bgPr>
        <a:solidFill xmlns:a="http://schemas.openxmlformats.org/drawingml/2006/main">
          <a:srgbClr val="F7F4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D85E47F-66AE-4F27-BE95-A0D156372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3429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138596"/>
                </a:solidFill>
                <a:latin typeface="Noto Sans JP"/>
                <a:ea typeface="Noto Sans JP"/>
                <a:cs typeface="Noto Sans JP"/>
              </a:defRPr>
            </a:pPr>
            <a:r>
              <a:rPr sz="975" b="1">
                <a:solidFill>
                  <a:srgbClr val="138596"/>
                </a:solidFill>
                <a:latin typeface="Noto Sans JP"/>
                <a:ea typeface="Noto Sans JP"/>
                <a:cs typeface="Noto Sans JP"/>
              </a:rPr>
              <a:t>04 / ROLE MODEL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AFE6120-EBCE-4BE4-846E-C85D1AF4A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62000"/>
            <a:ext cx="10820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150" b="1">
                <a:solidFill>
                  <a:srgbClr val="07161C"/>
                </a:solidFill>
                <a:latin typeface="Noto Sans JP"/>
                <a:ea typeface="Noto Sans JP"/>
                <a:cs typeface="Noto Sans JP"/>
              </a:defRPr>
            </a:pPr>
            <a:r>
              <a:rPr sz="3150" b="1">
                <a:solidFill>
                  <a:srgbClr val="07161C"/>
                </a:solidFill>
                <a:latin typeface="Noto Sans JP"/>
                <a:ea typeface="Noto Sans JP"/>
                <a:cs typeface="Noto Sans JP"/>
              </a:rPr>
              <a:t>成功者の発言を、目指す人物像へ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FA47313-13CE-4123-9914-989906F94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495425"/>
            <a:ext cx="10287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425" b="0">
                <a:solidFill>
                  <a:srgbClr val="607579"/>
                </a:solidFill>
                <a:latin typeface="Noto Sans JP"/>
                <a:ea typeface="Noto Sans JP"/>
                <a:cs typeface="Noto Sans JP"/>
              </a:defRPr>
            </a:pPr>
            <a:r>
              <a:rPr sz="1425" b="0">
                <a:solidFill>
                  <a:srgbClr val="607579"/>
                </a:solidFill>
                <a:latin typeface="Noto Sans JP"/>
                <a:ea typeface="Noto Sans JP"/>
                <a:cs typeface="Noto Sans JP"/>
              </a:rPr>
              <a:t>P09で出典・要約・自分の考えを分け、本人のなりすましにしません。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296FFF7-B86B-45DB-B2D5-7937C1927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85800" y="1971675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8D4CF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EAD708C-0784-4B3E-A71D-8796AA05B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381250"/>
            <a:ext cx="3257550" cy="2876550"/>
          </a:xfrm>
          <a:prstGeom xmlns:a="http://schemas.openxmlformats.org/drawingml/2006/main" prst="roundRect">
            <a:avLst>
              <a:gd name="adj" fmla="val 264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D4C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10C1A63-F301-4C90-B350-4DD3A558A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628900"/>
            <a:ext cx="2705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138596"/>
                </a:solidFill>
                <a:latin typeface="Noto Sans JP"/>
                <a:ea typeface="Noto Sans JP"/>
                <a:cs typeface="Noto Sans JP"/>
              </a:defRPr>
            </a:pPr>
            <a:r>
              <a:rPr sz="975" b="1">
                <a:solidFill>
                  <a:srgbClr val="138596"/>
                </a:solidFill>
                <a:latin typeface="Noto Sans JP"/>
                <a:ea typeface="Noto Sans JP"/>
                <a:cs typeface="Noto Sans JP"/>
              </a:rPr>
              <a:t>01 / SOURCE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26330E9-2BDE-4FB4-BB98-568E29DBB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181350"/>
            <a:ext cx="2705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950" b="1">
                <a:solidFill>
                  <a:srgbClr val="07161C"/>
                </a:solidFill>
                <a:latin typeface="Noto Sans JP"/>
                <a:ea typeface="Noto Sans JP"/>
                <a:cs typeface="Noto Sans JP"/>
              </a:defRPr>
            </a:pPr>
            <a:r>
              <a:rPr sz="1950" b="1">
                <a:solidFill>
                  <a:srgbClr val="07161C"/>
                </a:solidFill>
                <a:latin typeface="Noto Sans JP"/>
                <a:ea typeface="Noto Sans JP"/>
                <a:cs typeface="Noto Sans JP"/>
              </a:rPr>
              <a:t>出典を残す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5BB186D-928B-4DD0-940A-BA8A8EB22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905250"/>
            <a:ext cx="27051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75" b="0">
                <a:solidFill>
                  <a:srgbClr val="607579"/>
                </a:solidFill>
                <a:latin typeface="Noto Sans JP"/>
                <a:ea typeface="Noto Sans JP"/>
                <a:cs typeface="Noto Sans JP"/>
              </a:defRPr>
            </a:pPr>
            <a:r>
              <a:rPr sz="1275" b="0">
                <a:solidFill>
                  <a:srgbClr val="607579"/>
                </a:solidFill>
                <a:latin typeface="Noto Sans JP"/>
                <a:ea typeface="Noto Sans JP"/>
                <a:cs typeface="Noto Sans JP"/>
              </a:rPr>
              <a:t>人物名</a:t>
            </a:r>
          </a:p>
          <a:p xmlns:a="http://schemas.openxmlformats.org/drawingml/2006/main">
            <a:pPr>
              <a:buNone/>
              <a:defRPr sz="1275" b="0">
                <a:solidFill>
                  <a:srgbClr val="607579"/>
                </a:solidFill>
                <a:latin typeface="Noto Sans JP"/>
                <a:ea typeface="Noto Sans JP"/>
                <a:cs typeface="Noto Sans JP"/>
              </a:defRPr>
            </a:pPr>
            <a:r>
              <a:rPr sz="1275" b="0">
                <a:solidFill>
                  <a:srgbClr val="607579"/>
                </a:solidFill>
                <a:latin typeface="Noto Sans JP"/>
                <a:ea typeface="Noto Sans JP"/>
                <a:cs typeface="Noto Sans JP"/>
              </a:rPr>
              <a:t>動画・書籍・記事</a:t>
            </a:r>
          </a:p>
          <a:p xmlns:a="http://schemas.openxmlformats.org/drawingml/2006/main">
            <a:pPr>
              <a:buNone/>
              <a:defRPr sz="1275" b="0">
                <a:solidFill>
                  <a:srgbClr val="607579"/>
                </a:solidFill>
                <a:latin typeface="Noto Sans JP"/>
                <a:ea typeface="Noto Sans JP"/>
                <a:cs typeface="Noto Sans JP"/>
              </a:defRPr>
            </a:pPr>
            <a:r>
              <a:rPr sz="1275" b="0">
                <a:solidFill>
                  <a:srgbClr val="607579"/>
                </a:solidFill>
                <a:latin typeface="Noto Sans JP"/>
                <a:ea typeface="Noto Sans JP"/>
                <a:cs typeface="Noto Sans JP"/>
              </a:rPr>
              <a:t>URL・公開日・該当時刻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2D97995-4F9F-41D4-9C43-E30879B4C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2925" y="2381250"/>
            <a:ext cx="3257550" cy="2876550"/>
          </a:xfrm>
          <a:prstGeom xmlns:a="http://schemas.openxmlformats.org/drawingml/2006/main" prst="roundRect">
            <a:avLst>
              <a:gd name="adj" fmla="val 2649"/>
            </a:avLst>
          </a:prstGeom>
          <a:solidFill xmlns:a="http://schemas.openxmlformats.org/drawingml/2006/main">
            <a:srgbClr val="07161C"/>
          </a:solidFill>
          <a:ln xmlns:a="http://schemas.openxmlformats.org/drawingml/2006/main" w="9525">
            <a:solidFill>
              <a:srgbClr val="07161C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363C985-BC59-4E29-85C0-7D3048148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575" y="2628900"/>
            <a:ext cx="2705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E4BC72"/>
                </a:solidFill>
                <a:latin typeface="Noto Sans JP"/>
                <a:ea typeface="Noto Sans JP"/>
                <a:cs typeface="Noto Sans JP"/>
              </a:defRPr>
            </a:pPr>
            <a:r>
              <a:rPr sz="975" b="1">
                <a:solidFill>
                  <a:srgbClr val="E4BC72"/>
                </a:solidFill>
                <a:latin typeface="Noto Sans JP"/>
                <a:ea typeface="Noto Sans JP"/>
                <a:cs typeface="Noto Sans JP"/>
              </a:rPr>
              <a:t>02 / ORGANIZE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00678BE-C8FC-42FC-B015-B4F8A5D9A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575" y="3181350"/>
            <a:ext cx="2705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950" b="1">
                <a:solidFill>
                  <a:srgbClr val="EAF7F8"/>
                </a:solidFill>
                <a:latin typeface="Noto Sans JP"/>
                <a:ea typeface="Noto Sans JP"/>
                <a:cs typeface="Noto Sans JP"/>
              </a:defRPr>
            </a:pPr>
            <a:r>
              <a:rPr sz="1950" b="1">
                <a:solidFill>
                  <a:srgbClr val="EAF7F8"/>
                </a:solidFill>
                <a:latin typeface="Noto Sans JP"/>
                <a:ea typeface="Noto Sans JP"/>
                <a:cs typeface="Noto Sans JP"/>
              </a:rPr>
              <a:t>4つに分ける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ED0F117-D5B2-446D-911A-C7E78F6D7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575" y="3905250"/>
            <a:ext cx="27051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75" b="0">
                <a:solidFill>
                  <a:srgbClr val="8FA8AD"/>
                </a:solidFill>
                <a:latin typeface="Noto Sans JP"/>
                <a:ea typeface="Noto Sans JP"/>
                <a:cs typeface="Noto Sans JP"/>
              </a:defRPr>
            </a:pPr>
            <a:r>
              <a:rPr sz="1275" b="0">
                <a:solidFill>
                  <a:srgbClr val="8FA8AD"/>
                </a:solidFill>
                <a:latin typeface="Noto Sans JP"/>
                <a:ea typeface="Noto Sans JP"/>
                <a:cs typeface="Noto Sans JP"/>
              </a:rPr>
              <a:t>本人の発言</a:t>
            </a:r>
          </a:p>
          <a:p xmlns:a="http://schemas.openxmlformats.org/drawingml/2006/main">
            <a:pPr>
              <a:buNone/>
              <a:defRPr sz="1275" b="0">
                <a:solidFill>
                  <a:srgbClr val="8FA8AD"/>
                </a:solidFill>
                <a:latin typeface="Noto Sans JP"/>
                <a:ea typeface="Noto Sans JP"/>
                <a:cs typeface="Noto Sans JP"/>
              </a:defRPr>
            </a:pPr>
            <a:r>
              <a:rPr sz="1275" b="0">
                <a:solidFill>
                  <a:srgbClr val="8FA8AD"/>
                </a:solidFill>
                <a:latin typeface="Noto Sans JP"/>
                <a:ea typeface="Noto Sans JP"/>
                <a:cs typeface="Noto Sans JP"/>
              </a:rPr>
              <a:t>内容の要約</a:t>
            </a:r>
          </a:p>
          <a:p xmlns:a="http://schemas.openxmlformats.org/drawingml/2006/main">
            <a:pPr>
              <a:buNone/>
              <a:defRPr sz="1275" b="0">
                <a:solidFill>
                  <a:srgbClr val="8FA8AD"/>
                </a:solidFill>
                <a:latin typeface="Noto Sans JP"/>
                <a:ea typeface="Noto Sans JP"/>
                <a:cs typeface="Noto Sans JP"/>
              </a:defRPr>
            </a:pPr>
            <a:r>
              <a:rPr sz="1275" b="0">
                <a:solidFill>
                  <a:srgbClr val="8FA8AD"/>
                </a:solidFill>
                <a:latin typeface="Noto Sans JP"/>
                <a:ea typeface="Noto Sans JP"/>
                <a:cs typeface="Noto Sans JP"/>
              </a:rPr>
              <a:t>取り入れたい点</a:t>
            </a:r>
          </a:p>
          <a:p xmlns:a="http://schemas.openxmlformats.org/drawingml/2006/main">
            <a:pPr>
              <a:buNone/>
              <a:defRPr sz="1275" b="0">
                <a:solidFill>
                  <a:srgbClr val="8FA8AD"/>
                </a:solidFill>
                <a:latin typeface="Noto Sans JP"/>
                <a:ea typeface="Noto Sans JP"/>
                <a:cs typeface="Noto Sans JP"/>
              </a:defRPr>
            </a:pPr>
            <a:r>
              <a:rPr sz="1275" b="0">
                <a:solidFill>
                  <a:srgbClr val="8FA8AD"/>
                </a:solidFill>
                <a:latin typeface="Noto Sans JP"/>
                <a:ea typeface="Noto Sans JP"/>
                <a:cs typeface="Noto Sans JP"/>
              </a:rPr>
              <a:t>自分との違い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E78A99B-657D-45A9-8F25-F668C9C42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381250"/>
            <a:ext cx="3257550" cy="2876550"/>
          </a:xfrm>
          <a:prstGeom xmlns:a="http://schemas.openxmlformats.org/drawingml/2006/main" prst="roundRect">
            <a:avLst>
              <a:gd name="adj" fmla="val 264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D4C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875B91F-23C3-450A-98C4-4181E9888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628900"/>
            <a:ext cx="2705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138596"/>
                </a:solidFill>
                <a:latin typeface="Noto Sans JP"/>
                <a:ea typeface="Noto Sans JP"/>
                <a:cs typeface="Noto Sans JP"/>
              </a:defRPr>
            </a:pPr>
            <a:r>
              <a:rPr sz="975" b="1">
                <a:solidFill>
                  <a:srgbClr val="138596"/>
                </a:solidFill>
                <a:latin typeface="Noto Sans JP"/>
                <a:ea typeface="Noto Sans JP"/>
                <a:cs typeface="Noto Sans JP"/>
              </a:rPr>
              <a:t>03 / ASK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EFC19B0-F1FA-4636-B835-D29A26D47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3181350"/>
            <a:ext cx="2705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950" b="1">
                <a:solidFill>
                  <a:srgbClr val="07161C"/>
                </a:solidFill>
                <a:latin typeface="Noto Sans JP"/>
                <a:ea typeface="Noto Sans JP"/>
                <a:cs typeface="Noto Sans JP"/>
              </a:defRPr>
            </a:pPr>
            <a:r>
              <a:rPr sz="1950" b="1">
                <a:solidFill>
                  <a:srgbClr val="07161C"/>
                </a:solidFill>
                <a:latin typeface="Noto Sans JP"/>
                <a:ea typeface="Noto Sans JP"/>
                <a:cs typeface="Noto Sans JP"/>
              </a:rPr>
              <a:t>相談に使う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24C6624-4BF0-4C0C-A98B-B902783D5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3905250"/>
            <a:ext cx="27051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75" b="0">
                <a:solidFill>
                  <a:srgbClr val="607579"/>
                </a:solidFill>
                <a:latin typeface="Noto Sans JP"/>
                <a:ea typeface="Noto Sans JP"/>
                <a:cs typeface="Noto Sans JP"/>
              </a:defRPr>
            </a:pPr>
            <a:r>
              <a:rPr sz="1275" b="0">
                <a:solidFill>
                  <a:srgbClr val="607579"/>
                </a:solidFill>
                <a:latin typeface="Noto Sans JP"/>
                <a:ea typeface="Noto Sans JP"/>
                <a:cs typeface="Noto Sans JP"/>
              </a:rPr>
              <a:t>複数人を比較</a:t>
            </a:r>
          </a:p>
          <a:p xmlns:a="http://schemas.openxmlformats.org/drawingml/2006/main">
            <a:pPr>
              <a:buNone/>
              <a:defRPr sz="1275" b="0">
                <a:solidFill>
                  <a:srgbClr val="607579"/>
                </a:solidFill>
                <a:latin typeface="Noto Sans JP"/>
                <a:ea typeface="Noto Sans JP"/>
                <a:cs typeface="Noto Sans JP"/>
              </a:defRPr>
            </a:pPr>
            <a:r>
              <a:rPr sz="1275" b="0">
                <a:solidFill>
                  <a:srgbClr val="607579"/>
                </a:solidFill>
                <a:latin typeface="Noto Sans JP"/>
                <a:ea typeface="Noto Sans JP"/>
                <a:cs typeface="Noto Sans JP"/>
              </a:rPr>
              <a:t>判断基準を確認</a:t>
            </a:r>
          </a:p>
          <a:p xmlns:a="http://schemas.openxmlformats.org/drawingml/2006/main">
            <a:pPr>
              <a:buNone/>
              <a:defRPr sz="1275" b="0">
                <a:solidFill>
                  <a:srgbClr val="607579"/>
                </a:solidFill>
                <a:latin typeface="Noto Sans JP"/>
                <a:ea typeface="Noto Sans JP"/>
                <a:cs typeface="Noto Sans JP"/>
              </a:defRPr>
            </a:pPr>
            <a:r>
              <a:rPr sz="1275" b="0">
                <a:solidFill>
                  <a:srgbClr val="607579"/>
                </a:solidFill>
                <a:latin typeface="Noto Sans JP"/>
                <a:ea typeface="Noto Sans JP"/>
                <a:cs typeface="Noto Sans JP"/>
              </a:rPr>
              <a:t>自分に合う行動を選ぶ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81B3945-5B12-4EA9-B01F-A11E89B8E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5638800"/>
            <a:ext cx="8991600" cy="381000"/>
          </a:xfrm>
          <a:prstGeom xmlns:a="http://schemas.openxmlformats.org/drawingml/2006/main" prst="roundRect">
            <a:avLst>
              <a:gd name="adj" fmla="val 15000"/>
            </a:avLst>
          </a:prstGeom>
          <a:solidFill xmlns:a="http://schemas.openxmlformats.org/drawingml/2006/main">
            <a:srgbClr val="FFF1C9"/>
          </a:solidFill>
          <a:ln xmlns:a="http://schemas.openxmlformats.org/drawingml/2006/main" w="9525">
            <a:solidFill>
              <a:srgbClr val="DCB967"/>
            </a:solidFill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75" b="1">
                <a:solidFill>
                  <a:srgbClr val="76520D"/>
                </a:solidFill>
                <a:latin typeface="Noto Sans JP"/>
                <a:ea typeface="Noto Sans JP"/>
                <a:cs typeface="Noto Sans JP"/>
              </a:defRPr>
            </a:pPr>
            <a:r>
              <a:rPr sz="1275" b="1">
                <a:solidFill>
                  <a:srgbClr val="76520D"/>
                </a:solidFill>
                <a:latin typeface="Noto Sans JP"/>
                <a:ea typeface="Noto Sans JP"/>
                <a:cs typeface="Noto Sans JP"/>
              </a:rPr>
              <a:t>本人の発言とAIの推測を混ぜない。長文転載ではなく要約を中心にする。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FCFF752-91CD-4ADE-815B-0E181A613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27622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750" b="1">
                <a:solidFill>
                  <a:srgbClr val="7C908E"/>
                </a:solidFill>
                <a:latin typeface="Noto Sans JP"/>
                <a:ea typeface="Noto Sans JP"/>
                <a:cs typeface="Noto Sans JP"/>
              </a:defRPr>
            </a:pPr>
            <a:r>
              <a:rPr sz="750" b="1">
                <a:solidFill>
                  <a:srgbClr val="7C908E"/>
                </a:solidFill>
                <a:latin typeface="Noto Sans JP"/>
                <a:ea typeface="Noto Sans JP"/>
                <a:cs typeface="Noto Sans JP"/>
              </a:rPr>
              <a:t>AI NORIKO STARTER KIT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485D6AA-956D-405F-8F35-A01E69956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6467475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825" b="1">
                <a:solidFill>
                  <a:srgbClr val="138596"/>
                </a:solidFill>
                <a:latin typeface="Noto Sans JP"/>
                <a:ea typeface="Noto Sans JP"/>
                <a:cs typeface="Noto Sans JP"/>
              </a:defRPr>
            </a:pPr>
            <a:r>
              <a:rPr sz="825" b="1">
                <a:solidFill>
                  <a:srgbClr val="138596"/>
                </a:solidFill>
                <a:latin typeface="Noto Sans JP"/>
                <a:ea typeface="Noto Sans JP"/>
                <a:cs typeface="Noto Sans JP"/>
              </a:rPr>
              <a:t>32</a:t>
            </a:r>
          </a:p>
        </p:txBody>
      </p:sp>
    </p:spTree>
    <p:extLst>
      <p:ext uri="{BB962C8B-B14F-4D97-AF65-F5344CB8AC3E}">
        <p14:creationId xmlns:p14="http://schemas.microsoft.com/office/powerpoint/2010/main" val="179067679"/>
      </p:ext>
    </p:extLst>
  </p:cSld>
</p:sld>
</file>

<file path=ppt/slides/slide33.xml><?xml version="1.0" encoding="utf-8"?>
<p:sld xmlns:p="http://schemas.openxmlformats.org/presentationml/2006/main">
  <p:cSld>
    <p:bg>
      <p:bgPr>
        <a:solidFill xmlns:a="http://schemas.openxmlformats.org/drawingml/2006/main">
          <a:srgbClr val="07161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3A5E1AD-A5BB-4550-A23D-C006B2AF0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3429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63DFEF"/>
                </a:solidFill>
                <a:latin typeface="Noto Sans JP"/>
                <a:ea typeface="Noto Sans JP"/>
                <a:cs typeface="Noto Sans JP"/>
              </a:defRPr>
            </a:pPr>
            <a:r>
              <a:rPr sz="975" b="1">
                <a:solidFill>
                  <a:srgbClr val="63DFEF"/>
                </a:solidFill>
                <a:latin typeface="Noto Sans JP"/>
                <a:ea typeface="Noto Sans JP"/>
                <a:cs typeface="Noto Sans JP"/>
              </a:rPr>
              <a:t>04 / PROJECT MONITOR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8AB9786-5E01-4EE5-8B2D-06F336973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62000"/>
            <a:ext cx="10820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150" b="1">
                <a:solidFill>
                  <a:srgbClr val="EAF7F8"/>
                </a:solidFill>
                <a:latin typeface="Noto Sans JP"/>
                <a:ea typeface="Noto Sans JP"/>
                <a:cs typeface="Noto Sans JP"/>
              </a:defRPr>
            </a:pPr>
            <a:r>
              <a:rPr sz="3150" b="1">
                <a:solidFill>
                  <a:srgbClr val="EAF7F8"/>
                </a:solidFill>
                <a:latin typeface="Noto Sans JP"/>
                <a:ea typeface="Noto Sans JP"/>
                <a:cs typeface="Noto Sans JP"/>
              </a:rPr>
              <a:t>追加開発：AIプロジェクトをまとめて確認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D9DCED4-C71D-497E-B115-31F1FD5C4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495425"/>
            <a:ext cx="10287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425" b="0">
                <a:solidFill>
                  <a:srgbClr val="8FA8AD"/>
                </a:solidFill>
                <a:latin typeface="Noto Sans JP"/>
                <a:ea typeface="Noto Sans JP"/>
                <a:cs typeface="Noto Sans JP"/>
              </a:defRPr>
            </a:pPr>
            <a:r>
              <a:rPr sz="1425" b="0">
                <a:solidFill>
                  <a:srgbClr val="8FA8AD"/>
                </a:solidFill>
                <a:latin typeface="Noto Sans JP"/>
                <a:ea typeface="Noto Sans JP"/>
                <a:cs typeface="Noto Sans JP"/>
              </a:rPr>
              <a:t>P13で許可したフォルダだけを対象に設計。下図は完成イメージで未実装です。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2364701-0304-40F1-B922-0FFE51B6A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85800" y="1971675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34149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3EE9B02-B3F2-4717-A4E5-8403F6EB2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81250"/>
            <a:ext cx="2762250" cy="66675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0A2027"/>
          </a:solidFill>
          <a:ln xmlns:a="http://schemas.openxmlformats.org/drawingml/2006/main" w="9525">
            <a:solidFill>
              <a:srgbClr val="28515B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62D68A3-F986-4932-9451-638955C59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505075"/>
            <a:ext cx="1619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EAF7F8"/>
                </a:solidFill>
                <a:latin typeface="Noto Sans JP"/>
                <a:ea typeface="Noto Sans JP"/>
                <a:cs typeface="Noto Sans JP"/>
              </a:defRPr>
            </a:pPr>
            <a:r>
              <a:rPr sz="1350" b="1">
                <a:solidFill>
                  <a:srgbClr val="EAF7F8"/>
                </a:solidFill>
                <a:latin typeface="Noto Sans JP"/>
                <a:ea typeface="Noto Sans JP"/>
                <a:cs typeface="Noto Sans JP"/>
              </a:rPr>
              <a:t>講義資料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C398EF9-22D3-41E4-8AE7-E6136A4B3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781300"/>
            <a:ext cx="1619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900" b="0">
                <a:solidFill>
                  <a:srgbClr val="63DFEF"/>
                </a:solidFill>
                <a:latin typeface="Noto Sans JP"/>
                <a:ea typeface="Noto Sans JP"/>
                <a:cs typeface="Noto Sans JP"/>
              </a:defRPr>
            </a:pPr>
            <a:r>
              <a:rPr sz="900" b="0">
                <a:solidFill>
                  <a:srgbClr val="63DFEF"/>
                </a:solidFill>
                <a:latin typeface="Noto Sans JP"/>
                <a:ea typeface="Noto Sans JP"/>
                <a:cs typeface="Noto Sans JP"/>
              </a:rPr>
              <a:t>Codex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8AF3EF4-62EE-49A5-924B-25B891B08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76600"/>
            <a:ext cx="2762250" cy="66675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0A2027"/>
          </a:solidFill>
          <a:ln xmlns:a="http://schemas.openxmlformats.org/drawingml/2006/main" w="9525">
            <a:solidFill>
              <a:srgbClr val="28515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C4E9D11-5E5C-4078-B482-19362A7F1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400425"/>
            <a:ext cx="1619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EAF7F8"/>
                </a:solidFill>
                <a:latin typeface="Noto Sans JP"/>
                <a:ea typeface="Noto Sans JP"/>
                <a:cs typeface="Noto Sans JP"/>
              </a:defRPr>
            </a:pPr>
            <a:r>
              <a:rPr sz="1350" b="1">
                <a:solidFill>
                  <a:srgbClr val="EAF7F8"/>
                </a:solidFill>
                <a:latin typeface="Noto Sans JP"/>
                <a:ea typeface="Noto Sans JP"/>
                <a:cs typeface="Noto Sans JP"/>
              </a:rPr>
              <a:t>顧客デザイン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BBC0862-EAFC-4859-874D-4B6D3C47A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676650"/>
            <a:ext cx="1619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900" b="0">
                <a:solidFill>
                  <a:srgbClr val="63DFEF"/>
                </a:solidFill>
                <a:latin typeface="Noto Sans JP"/>
                <a:ea typeface="Noto Sans JP"/>
                <a:cs typeface="Noto Sans JP"/>
              </a:defRPr>
            </a:pPr>
            <a:r>
              <a:rPr sz="900" b="0">
                <a:solidFill>
                  <a:srgbClr val="63DFEF"/>
                </a:solidFill>
                <a:latin typeface="Noto Sans JP"/>
                <a:ea typeface="Noto Sans JP"/>
                <a:cs typeface="Noto Sans JP"/>
              </a:rPr>
              <a:t>Claude Code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FA8F274-9884-41A0-8676-12C5F65C6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71950"/>
            <a:ext cx="2762250" cy="66675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0A2027"/>
          </a:solidFill>
          <a:ln xmlns:a="http://schemas.openxmlformats.org/drawingml/2006/main" w="9525">
            <a:solidFill>
              <a:srgbClr val="28515B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3C8A947-F69C-4872-9501-97C5E2F11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295775"/>
            <a:ext cx="1619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EAF7F8"/>
                </a:solidFill>
                <a:latin typeface="Noto Sans JP"/>
                <a:ea typeface="Noto Sans JP"/>
                <a:cs typeface="Noto Sans JP"/>
              </a:defRPr>
            </a:pPr>
            <a:r>
              <a:rPr sz="1350" b="1">
                <a:solidFill>
                  <a:srgbClr val="EAF7F8"/>
                </a:solidFill>
                <a:latin typeface="Noto Sans JP"/>
                <a:ea typeface="Noto Sans JP"/>
                <a:cs typeface="Noto Sans JP"/>
              </a:rPr>
              <a:t>AI NORIKO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0D35CD1-BCD3-47B8-901F-03CEFB434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572000"/>
            <a:ext cx="1619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900" b="0">
                <a:solidFill>
                  <a:srgbClr val="63DFEF"/>
                </a:solidFill>
                <a:latin typeface="Noto Sans JP"/>
                <a:ea typeface="Noto Sans JP"/>
                <a:cs typeface="Noto Sans JP"/>
              </a:defRPr>
            </a:pPr>
            <a:r>
              <a:rPr sz="900" b="0">
                <a:solidFill>
                  <a:srgbClr val="63DFEF"/>
                </a:solidFill>
                <a:latin typeface="Noto Sans JP"/>
                <a:ea typeface="Noto Sans JP"/>
                <a:cs typeface="Noto Sans JP"/>
              </a:rPr>
              <a:t>Codex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E6119D4-0AE3-4AC2-B74C-B858F7BE9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219450"/>
            <a:ext cx="1047750" cy="609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A5A66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BAA0703-451A-4B7F-AC16-74942554F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2714625"/>
            <a:ext cx="1905000" cy="1905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3DFEF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9698663-3198-41DD-95E6-0AA5841A9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3276600"/>
            <a:ext cx="14859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07161C"/>
                </a:solidFill>
                <a:latin typeface="Noto Sans JP"/>
                <a:ea typeface="Noto Sans JP"/>
                <a:cs typeface="Noto Sans JP"/>
              </a:defRPr>
            </a:pPr>
            <a:r>
              <a:rPr sz="1800" b="1">
                <a:solidFill>
                  <a:srgbClr val="07161C"/>
                </a:solidFill>
                <a:latin typeface="Noto Sans JP"/>
                <a:ea typeface="Noto Sans JP"/>
                <a:cs typeface="Noto Sans JP"/>
              </a:rPr>
              <a:t>AI</a:t>
            </a:r>
          </a:p>
          <a:p xmlns:a="http://schemas.openxmlformats.org/drawingml/2006/main">
            <a:pPr>
              <a:buNone/>
              <a:defRPr sz="1800" b="1">
                <a:solidFill>
                  <a:srgbClr val="07161C"/>
                </a:solidFill>
                <a:latin typeface="Noto Sans JP"/>
                <a:ea typeface="Noto Sans JP"/>
                <a:cs typeface="Noto Sans JP"/>
              </a:defRPr>
            </a:pPr>
            <a:r>
              <a:rPr sz="1800" b="1">
                <a:solidFill>
                  <a:srgbClr val="07161C"/>
                </a:solidFill>
                <a:latin typeface="Noto Sans JP"/>
                <a:ea typeface="Noto Sans JP"/>
                <a:cs typeface="Noto Sans JP"/>
              </a:rPr>
              <a:t>NORIKO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BC4A444-5910-41A9-8C6C-DDCA05F61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3219450"/>
            <a:ext cx="1047750" cy="609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A5A66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54F202B-8276-49EF-A731-45B854DB2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2266950"/>
            <a:ext cx="2952750" cy="3143250"/>
          </a:xfrm>
          <a:prstGeom xmlns:a="http://schemas.openxmlformats.org/drawingml/2006/main" prst="roundRect">
            <a:avLst>
              <a:gd name="adj" fmla="val 2581"/>
            </a:avLst>
          </a:prstGeom>
          <a:solidFill xmlns:a="http://schemas.openxmlformats.org/drawingml/2006/main">
            <a:srgbClr val="102B33"/>
          </a:solidFill>
          <a:ln xmlns:a="http://schemas.openxmlformats.org/drawingml/2006/main" w="9525">
            <a:solidFill>
              <a:srgbClr val="2A626D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0FF90D4-DD86-449E-840D-DD674C3CA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267652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3DFEF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61D382A-E949-4314-85C1-9A29F58FC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262890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75" b="1">
                <a:solidFill>
                  <a:srgbClr val="EAF7F8"/>
                </a:solidFill>
                <a:latin typeface="Noto Sans JP"/>
                <a:ea typeface="Noto Sans JP"/>
                <a:cs typeface="Noto Sans JP"/>
              </a:defRPr>
            </a:pPr>
            <a:r>
              <a:rPr sz="1275" b="1">
                <a:solidFill>
                  <a:srgbClr val="EAF7F8"/>
                </a:solidFill>
                <a:latin typeface="Noto Sans JP"/>
                <a:ea typeface="Noto Sans JP"/>
                <a:cs typeface="Noto Sans JP"/>
              </a:rPr>
              <a:t>作業中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F5F0003-5DE8-49C6-AB73-8DCF50D08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9900" y="262890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75" b="1">
                <a:solidFill>
                  <a:srgbClr val="63DFEF"/>
                </a:solidFill>
                <a:latin typeface="Noto Sans JP"/>
                <a:ea typeface="Noto Sans JP"/>
                <a:cs typeface="Noto Sans JP"/>
              </a:defRPr>
            </a:pPr>
            <a:r>
              <a:rPr sz="1275" b="1">
                <a:solidFill>
                  <a:srgbClr val="63DFEF"/>
                </a:solidFill>
                <a:latin typeface="Noto Sans JP"/>
                <a:ea typeface="Noto Sans JP"/>
                <a:cs typeface="Noto Sans JP"/>
              </a:rPr>
              <a:t>2件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E307102-77F9-48D1-A15C-C956C8B78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326707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0F2AD"/>
          </a:solidFill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EF10289-2C33-4B0A-9A85-D06D8B0C2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321945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75" b="1">
                <a:solidFill>
                  <a:srgbClr val="EAF7F8"/>
                </a:solidFill>
                <a:latin typeface="Noto Sans JP"/>
                <a:ea typeface="Noto Sans JP"/>
                <a:cs typeface="Noto Sans JP"/>
              </a:defRPr>
            </a:pPr>
            <a:r>
              <a:rPr sz="1275" b="1">
                <a:solidFill>
                  <a:srgbClr val="EAF7F8"/>
                </a:solidFill>
                <a:latin typeface="Noto Sans JP"/>
                <a:ea typeface="Noto Sans JP"/>
                <a:cs typeface="Noto Sans JP"/>
              </a:rPr>
              <a:t>完了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BABD6E1-7482-49E0-B6D6-A2DC5110D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9900" y="321945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75" b="1">
                <a:solidFill>
                  <a:srgbClr val="80F2AD"/>
                </a:solidFill>
                <a:latin typeface="Noto Sans JP"/>
                <a:ea typeface="Noto Sans JP"/>
                <a:cs typeface="Noto Sans JP"/>
              </a:defRPr>
            </a:pPr>
            <a:r>
              <a:rPr sz="1275" b="1">
                <a:solidFill>
                  <a:srgbClr val="80F2AD"/>
                </a:solidFill>
                <a:latin typeface="Noto Sans JP"/>
                <a:ea typeface="Noto Sans JP"/>
                <a:cs typeface="Noto Sans JP"/>
              </a:rPr>
              <a:t>0件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4A98F4B-6A30-4CB5-9F2A-D20993569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385762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4BC72"/>
          </a:solidFill>
          <a:ln xmlns:a="http://schemas.openxmlformats.org/drawingml/2006/main" w="0">
            <a:noFill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FA0F3CF-570A-4057-AA30-CE42C01B0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381000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75" b="1">
                <a:solidFill>
                  <a:srgbClr val="EAF7F8"/>
                </a:solidFill>
                <a:latin typeface="Noto Sans JP"/>
                <a:ea typeface="Noto Sans JP"/>
                <a:cs typeface="Noto Sans JP"/>
              </a:defRPr>
            </a:pPr>
            <a:r>
              <a:rPr sz="1275" b="1">
                <a:solidFill>
                  <a:srgbClr val="EAF7F8"/>
                </a:solidFill>
                <a:latin typeface="Noto Sans JP"/>
                <a:ea typeface="Noto Sans JP"/>
                <a:cs typeface="Noto Sans JP"/>
              </a:rPr>
              <a:t>確認待ち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35EB370-E976-4DD8-80F6-8701C4706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9900" y="381000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75" b="1">
                <a:solidFill>
                  <a:srgbClr val="E4BC72"/>
                </a:solidFill>
                <a:latin typeface="Noto Sans JP"/>
                <a:ea typeface="Noto Sans JP"/>
                <a:cs typeface="Noto Sans JP"/>
              </a:defRPr>
            </a:pPr>
            <a:r>
              <a:rPr sz="1275" b="1">
                <a:solidFill>
                  <a:srgbClr val="E4BC72"/>
                </a:solidFill>
                <a:latin typeface="Noto Sans JP"/>
                <a:ea typeface="Noto Sans JP"/>
                <a:cs typeface="Noto Sans JP"/>
              </a:rPr>
              <a:t>1件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43E9B06-9055-4A8F-8990-EF30E657F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444817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8E78"/>
          </a:solidFill>
          <a:ln xmlns:a="http://schemas.openxmlformats.org/drawingml/2006/main" w="0">
            <a:noFill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919FECE-7BBB-40C1-BF30-9CE15C07E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440055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75" b="1">
                <a:solidFill>
                  <a:srgbClr val="EAF7F8"/>
                </a:solidFill>
                <a:latin typeface="Noto Sans JP"/>
                <a:ea typeface="Noto Sans JP"/>
                <a:cs typeface="Noto Sans JP"/>
              </a:defRPr>
            </a:pPr>
            <a:r>
              <a:rPr sz="1275" b="1">
                <a:solidFill>
                  <a:srgbClr val="EAF7F8"/>
                </a:solidFill>
                <a:latin typeface="Noto Sans JP"/>
                <a:ea typeface="Noto Sans JP"/>
                <a:cs typeface="Noto Sans JP"/>
              </a:rPr>
              <a:t>エラー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9EA2B7B-A271-461A-8F18-2DD117713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9900" y="440055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75" b="1">
                <a:solidFill>
                  <a:srgbClr val="F28E78"/>
                </a:solidFill>
                <a:latin typeface="Noto Sans JP"/>
                <a:ea typeface="Noto Sans JP"/>
                <a:cs typeface="Noto Sans JP"/>
              </a:defRPr>
            </a:pPr>
            <a:r>
              <a:rPr sz="1275" b="1">
                <a:solidFill>
                  <a:srgbClr val="F28E78"/>
                </a:solidFill>
                <a:latin typeface="Noto Sans JP"/>
                <a:ea typeface="Noto Sans JP"/>
                <a:cs typeface="Noto Sans JP"/>
              </a:rPr>
              <a:t>0件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42C3433-F8C9-4025-95BA-2E40572A0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5695950"/>
            <a:ext cx="88392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E4BC72"/>
                </a:solidFill>
                <a:latin typeface="Noto Sans JP"/>
                <a:ea typeface="Noto Sans JP"/>
                <a:cs typeface="Noto Sans JP"/>
              </a:defRPr>
            </a:pPr>
            <a:r>
              <a:rPr sz="1350" b="1">
                <a:solidFill>
                  <a:srgbClr val="E4BC72"/>
                </a:solidFill>
                <a:latin typeface="Noto Sans JP"/>
                <a:ea typeface="Noto Sans JP"/>
                <a:cs typeface="Noto Sans JP"/>
              </a:rPr>
              <a:t>状態の根拠が取れなければ「不明」。更新時刻だけで「完了」と判定しない。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35913F0-1374-4171-B02D-4254F06B2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27622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750" b="1">
                <a:solidFill>
                  <a:srgbClr val="557279"/>
                </a:solidFill>
                <a:latin typeface="Noto Sans JP"/>
                <a:ea typeface="Noto Sans JP"/>
                <a:cs typeface="Noto Sans JP"/>
              </a:defRPr>
            </a:pPr>
            <a:r>
              <a:rPr sz="750" b="1">
                <a:solidFill>
                  <a:srgbClr val="557279"/>
                </a:solidFill>
                <a:latin typeface="Noto Sans JP"/>
                <a:ea typeface="Noto Sans JP"/>
                <a:cs typeface="Noto Sans JP"/>
              </a:rPr>
              <a:t>AI NORIKO STARTER KIT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DB274F3-52C6-406F-92E2-BD47A9BD7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6467475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825" b="1">
                <a:solidFill>
                  <a:srgbClr val="63DFEF"/>
                </a:solidFill>
                <a:latin typeface="Noto Sans JP"/>
                <a:ea typeface="Noto Sans JP"/>
                <a:cs typeface="Noto Sans JP"/>
              </a:defRPr>
            </a:pPr>
            <a:r>
              <a:rPr sz="825" b="1">
                <a:solidFill>
                  <a:srgbClr val="63DFEF"/>
                </a:solidFill>
                <a:latin typeface="Noto Sans JP"/>
                <a:ea typeface="Noto Sans JP"/>
                <a:cs typeface="Noto Sans JP"/>
              </a:rPr>
              <a:t>33</a:t>
            </a:r>
          </a:p>
        </p:txBody>
      </p:sp>
    </p:spTree>
    <p:extLst>
      <p:ext uri="{BB962C8B-B14F-4D97-AF65-F5344CB8AC3E}">
        <p14:creationId xmlns:p14="http://schemas.microsoft.com/office/powerpoint/2010/main" val="1344722019"/>
      </p:ext>
    </p:extLst>
  </p:cSld>
</p:sld>
</file>

<file path=ppt/slides/slide34.xml><?xml version="1.0" encoding="utf-8"?>
<p:sld xmlns:p="http://schemas.openxmlformats.org/presentationml/2006/main">
  <p:cSld>
    <p:bg>
      <p:bgPr>
        <a:solidFill xmlns:a="http://schemas.openxmlformats.org/drawingml/2006/main">
          <a:srgbClr val="07161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E8E517E-A5ED-4856-A596-9EBBF6A74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3429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63DFEF"/>
                </a:solidFill>
                <a:latin typeface="Noto Sans JP"/>
                <a:ea typeface="Noto Sans JP"/>
                <a:cs typeface="Noto Sans JP"/>
              </a:defRPr>
            </a:pPr>
            <a:r>
              <a:rPr sz="975" b="1">
                <a:solidFill>
                  <a:srgbClr val="63DFEF"/>
                </a:solidFill>
                <a:latin typeface="Noto Sans JP"/>
                <a:ea typeface="Noto Sans JP"/>
                <a:cs typeface="Noto Sans JP"/>
              </a:rPr>
              <a:t>04 / ROUTINE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12DDCF5-D7DA-4174-884B-445A72B4D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62000"/>
            <a:ext cx="10820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150" b="1">
                <a:solidFill>
                  <a:srgbClr val="EAF7F8"/>
                </a:solidFill>
                <a:latin typeface="Noto Sans JP"/>
                <a:ea typeface="Noto Sans JP"/>
                <a:cs typeface="Noto Sans JP"/>
              </a:defRPr>
            </a:pPr>
            <a:r>
              <a:rPr sz="3150" b="1">
                <a:solidFill>
                  <a:srgbClr val="EAF7F8"/>
                </a:solidFill>
                <a:latin typeface="Noto Sans JP"/>
                <a:ea typeface="Noto Sans JP"/>
                <a:cs typeface="Noto Sans JP"/>
              </a:rPr>
              <a:t>1日の中で、使う場所を決める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B0F517E-E693-422A-9CAC-6882543C4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495425"/>
            <a:ext cx="10287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425" b="0">
                <a:solidFill>
                  <a:srgbClr val="8FA8AD"/>
                </a:solidFill>
                <a:latin typeface="Noto Sans JP"/>
                <a:ea typeface="Noto Sans JP"/>
                <a:cs typeface="Noto Sans JP"/>
              </a:defRPr>
            </a:pPr>
            <a:r>
              <a:rPr sz="1425" b="0">
                <a:solidFill>
                  <a:srgbClr val="8FA8AD"/>
                </a:solidFill>
                <a:latin typeface="Noto Sans JP"/>
                <a:ea typeface="Noto Sans JP"/>
                <a:cs typeface="Noto Sans JP"/>
              </a:rPr>
              <a:t>自分に合う1つから習慣化。必要な接続と起動中の通知設定を確認します。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4CC0D58-680A-4A38-8663-20AE79653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85800" y="1971675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34149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CA19671-5B22-4B23-BC68-7A8101C3A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524125"/>
            <a:ext cx="266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63DFEF"/>
                </a:solidFill>
                <a:latin typeface="Noto Sans JP"/>
                <a:ea typeface="Noto Sans JP"/>
                <a:cs typeface="Noto Sans JP"/>
              </a:defRPr>
            </a:pPr>
            <a:r>
              <a:rPr sz="1050" b="1">
                <a:solidFill>
                  <a:srgbClr val="63DFEF"/>
                </a:solidFill>
                <a:latin typeface="Noto Sans JP"/>
                <a:ea typeface="Noto Sans JP"/>
                <a:cs typeface="Noto Sans JP"/>
              </a:rPr>
              <a:t>MORNING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060D0D3-B106-4A66-B81C-A6BEF6FD9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00375"/>
            <a:ext cx="2667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475" b="1">
                <a:solidFill>
                  <a:srgbClr val="EAF7F8"/>
                </a:solidFill>
                <a:latin typeface="Noto Sans JP"/>
                <a:ea typeface="Noto Sans JP"/>
                <a:cs typeface="Noto Sans JP"/>
              </a:defRPr>
            </a:pPr>
            <a:r>
              <a:rPr sz="2475" b="1">
                <a:solidFill>
                  <a:srgbClr val="EAF7F8"/>
                </a:solidFill>
                <a:latin typeface="Noto Sans JP"/>
                <a:ea typeface="Noto Sans JP"/>
                <a:cs typeface="Noto Sans JP"/>
              </a:rPr>
              <a:t>朝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F318AFF-FDC4-4A4B-8FBF-4A06EE203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781050" y="3695700"/>
            <a:ext cx="2857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63DFE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D150870-DE10-4F83-9BCC-5AEA84F15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48125"/>
            <a:ext cx="2857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425" b="0">
                <a:solidFill>
                  <a:srgbClr val="8FA8AD"/>
                </a:solidFill>
                <a:latin typeface="Noto Sans JP"/>
                <a:ea typeface="Noto Sans JP"/>
                <a:cs typeface="Noto Sans JP"/>
              </a:defRPr>
            </a:pPr>
            <a:r>
              <a:rPr sz="1425" b="0">
                <a:solidFill>
                  <a:srgbClr val="8FA8AD"/>
                </a:solidFill>
                <a:latin typeface="Noto Sans JP"/>
                <a:ea typeface="Noto Sans JP"/>
                <a:cs typeface="Noto Sans JP"/>
              </a:rPr>
              <a:t>今日の予定・タスク・優先順位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081736D-86F7-4EE3-BBE8-6A2A22643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524125"/>
            <a:ext cx="266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63DFEF"/>
                </a:solidFill>
                <a:latin typeface="Noto Sans JP"/>
                <a:ea typeface="Noto Sans JP"/>
                <a:cs typeface="Noto Sans JP"/>
              </a:defRPr>
            </a:pPr>
            <a:r>
              <a:rPr sz="1050" b="1">
                <a:solidFill>
                  <a:srgbClr val="63DFEF"/>
                </a:solidFill>
                <a:latin typeface="Noto Sans JP"/>
                <a:ea typeface="Noto Sans JP"/>
                <a:cs typeface="Noto Sans JP"/>
              </a:rPr>
              <a:t>DAYTIME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2C27849-8BA3-448B-8279-E334BB550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000375"/>
            <a:ext cx="2667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475" b="1">
                <a:solidFill>
                  <a:srgbClr val="EAF7F8"/>
                </a:solidFill>
                <a:latin typeface="Noto Sans JP"/>
                <a:ea typeface="Noto Sans JP"/>
                <a:cs typeface="Noto Sans JP"/>
              </a:defRPr>
            </a:pPr>
            <a:r>
              <a:rPr sz="2475" b="1">
                <a:solidFill>
                  <a:srgbClr val="EAF7F8"/>
                </a:solidFill>
                <a:latin typeface="Noto Sans JP"/>
                <a:ea typeface="Noto Sans JP"/>
                <a:cs typeface="Noto Sans JP"/>
              </a:rPr>
              <a:t>作業中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940D22C-82B1-4445-B7BC-17C5EA803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419600" y="3695700"/>
            <a:ext cx="2857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63DFE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07EB54B-6A9E-4DE8-9C07-2EF9E0439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4048125"/>
            <a:ext cx="2857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425" b="0">
                <a:solidFill>
                  <a:srgbClr val="8FA8AD"/>
                </a:solidFill>
                <a:latin typeface="Noto Sans JP"/>
                <a:ea typeface="Noto Sans JP"/>
                <a:cs typeface="Noto Sans JP"/>
              </a:defRPr>
            </a:pPr>
            <a:r>
              <a:rPr sz="1425" b="0">
                <a:solidFill>
                  <a:srgbClr val="8FA8AD"/>
                </a:solidFill>
                <a:latin typeface="Noto Sans JP"/>
                <a:ea typeface="Noto Sans JP"/>
                <a:cs typeface="Noto Sans JP"/>
              </a:rPr>
              <a:t>メモ・調査・制作への引継ぎ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4B8CD3C-9861-442A-871D-AE4E007D80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2524125"/>
            <a:ext cx="266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E4BC72"/>
                </a:solidFill>
                <a:latin typeface="Noto Sans JP"/>
                <a:ea typeface="Noto Sans JP"/>
                <a:cs typeface="Noto Sans JP"/>
              </a:defRPr>
            </a:pPr>
            <a:r>
              <a:rPr sz="1050" b="1">
                <a:solidFill>
                  <a:srgbClr val="E4BC72"/>
                </a:solidFill>
                <a:latin typeface="Noto Sans JP"/>
                <a:ea typeface="Noto Sans JP"/>
                <a:cs typeface="Noto Sans JP"/>
              </a:rPr>
              <a:t>NIGHT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2E4E31E-8218-4410-9555-C060F0C33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3000375"/>
            <a:ext cx="2667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475" b="1">
                <a:solidFill>
                  <a:srgbClr val="EAF7F8"/>
                </a:solidFill>
                <a:latin typeface="Noto Sans JP"/>
                <a:ea typeface="Noto Sans JP"/>
                <a:cs typeface="Noto Sans JP"/>
              </a:defRPr>
            </a:pPr>
            <a:r>
              <a:rPr sz="2475" b="1">
                <a:solidFill>
                  <a:srgbClr val="EAF7F8"/>
                </a:solidFill>
                <a:latin typeface="Noto Sans JP"/>
                <a:ea typeface="Noto Sans JP"/>
                <a:cs typeface="Noto Sans JP"/>
              </a:rPr>
              <a:t>夜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37A0DD8-1EFE-4D74-A328-8EE7319B5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8058150" y="3695700"/>
            <a:ext cx="2857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E4BC72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701532A-09E5-4E70-B417-9C5341948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4048125"/>
            <a:ext cx="2857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425" b="0">
                <a:solidFill>
                  <a:srgbClr val="8FA8AD"/>
                </a:solidFill>
                <a:latin typeface="Noto Sans JP"/>
                <a:ea typeface="Noto Sans JP"/>
                <a:cs typeface="Noto Sans JP"/>
              </a:defRPr>
            </a:pPr>
            <a:r>
              <a:rPr sz="1425" b="0">
                <a:solidFill>
                  <a:srgbClr val="8FA8AD"/>
                </a:solidFill>
                <a:latin typeface="Noto Sans JP"/>
                <a:ea typeface="Noto Sans JP"/>
                <a:cs typeface="Noto Sans JP"/>
              </a:rPr>
              <a:t>明日の予定・未完了・集中予定確認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72570FC-CE8C-49D1-9B97-F9EE7B9AE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391150"/>
            <a:ext cx="9144000" cy="457200"/>
          </a:xfrm>
          <a:prstGeom xmlns:a="http://schemas.openxmlformats.org/drawingml/2006/main" prst="roundRect">
            <a:avLst>
              <a:gd name="adj" fmla="val 14583"/>
            </a:avLst>
          </a:prstGeom>
          <a:solidFill xmlns:a="http://schemas.openxmlformats.org/drawingml/2006/main">
            <a:srgbClr val="0C3039"/>
          </a:solidFill>
          <a:ln xmlns:a="http://schemas.openxmlformats.org/drawingml/2006/main" w="9525">
            <a:solidFill>
              <a:srgbClr val="2C6874"/>
            </a:solidFill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63DFEF"/>
                </a:solidFill>
                <a:latin typeface="Noto Sans JP"/>
                <a:ea typeface="Noto Sans JP"/>
                <a:cs typeface="Noto Sans JP"/>
              </a:defRPr>
            </a:pPr>
            <a:r>
              <a:rPr sz="1500" b="1">
                <a:solidFill>
                  <a:srgbClr val="63DFEF"/>
                </a:solidFill>
                <a:latin typeface="Noto Sans JP"/>
                <a:ea typeface="Noto Sans JP"/>
                <a:cs typeface="Noto Sans JP"/>
              </a:rPr>
              <a:t>定着のコツ：毎日必ず行う1つを決める  例「朝に今日の予定を聞く」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5DF91EC-B8D3-45A2-9B81-9C2E6573F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27622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750" b="1">
                <a:solidFill>
                  <a:srgbClr val="557279"/>
                </a:solidFill>
                <a:latin typeface="Noto Sans JP"/>
                <a:ea typeface="Noto Sans JP"/>
                <a:cs typeface="Noto Sans JP"/>
              </a:defRPr>
            </a:pPr>
            <a:r>
              <a:rPr sz="750" b="1">
                <a:solidFill>
                  <a:srgbClr val="557279"/>
                </a:solidFill>
                <a:latin typeface="Noto Sans JP"/>
                <a:ea typeface="Noto Sans JP"/>
                <a:cs typeface="Noto Sans JP"/>
              </a:rPr>
              <a:t>AI NORIKO STARTER KIT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928C418-581E-418F-9A8D-4567924E7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6467475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825" b="1">
                <a:solidFill>
                  <a:srgbClr val="63DFEF"/>
                </a:solidFill>
                <a:latin typeface="Noto Sans JP"/>
                <a:ea typeface="Noto Sans JP"/>
                <a:cs typeface="Noto Sans JP"/>
              </a:defRPr>
            </a:pPr>
            <a:r>
              <a:rPr sz="825" b="1">
                <a:solidFill>
                  <a:srgbClr val="63DFEF"/>
                </a:solidFill>
                <a:latin typeface="Noto Sans JP"/>
                <a:ea typeface="Noto Sans JP"/>
                <a:cs typeface="Noto Sans JP"/>
              </a:rPr>
              <a:t>34</a:t>
            </a:r>
          </a:p>
        </p:txBody>
      </p:sp>
    </p:spTree>
    <p:extLst>
      <p:ext uri="{BB962C8B-B14F-4D97-AF65-F5344CB8AC3E}">
        <p14:creationId xmlns:p14="http://schemas.microsoft.com/office/powerpoint/2010/main" val="119494075"/>
      </p:ext>
    </p:extLst>
  </p:cSld>
</p:sld>
</file>

<file path=ppt/slides/slide35.xml><?xml version="1.0" encoding="utf-8"?>
<p:sld xmlns:p="http://schemas.openxmlformats.org/presentationml/2006/main">
  <p:cSld>
    <p:bg>
      <p:bgPr>
        <a:solidFill xmlns:a="http://schemas.openxmlformats.org/drawingml/2006/main">
          <a:srgbClr val="F7F4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D4C5680-9651-4AE6-A9A3-65E964FB8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3429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138596"/>
                </a:solidFill>
                <a:latin typeface="Noto Sans JP"/>
                <a:ea typeface="Noto Sans JP"/>
                <a:cs typeface="Noto Sans JP"/>
              </a:defRPr>
            </a:pPr>
            <a:r>
              <a:rPr sz="975" b="1">
                <a:solidFill>
                  <a:srgbClr val="138596"/>
                </a:solidFill>
                <a:latin typeface="Noto Sans JP"/>
                <a:ea typeface="Noto Sans JP"/>
                <a:cs typeface="Noto Sans JP"/>
              </a:rPr>
              <a:t>05 / COMPANY PROTOTYPE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CE49554-0926-4079-BE4F-52C0E3EE1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62000"/>
            <a:ext cx="10820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150" b="1">
                <a:solidFill>
                  <a:srgbClr val="07161C"/>
                </a:solidFill>
                <a:latin typeface="Noto Sans JP"/>
                <a:ea typeface="Noto Sans JP"/>
                <a:cs typeface="Noto Sans JP"/>
              </a:defRPr>
            </a:pPr>
            <a:r>
              <a:rPr sz="3150" b="1">
                <a:solidFill>
                  <a:srgbClr val="07161C"/>
                </a:solidFill>
                <a:latin typeface="Noto Sans JP"/>
                <a:ea typeface="Noto Sans JP"/>
                <a:cs typeface="Noto Sans JP"/>
              </a:rPr>
              <a:t>社長に聞く前の、相談の整理役にする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2AE284E-C41F-430C-A7B8-E1D5A5490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495425"/>
            <a:ext cx="10287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425" b="0">
                <a:solidFill>
                  <a:srgbClr val="607579"/>
                </a:solidFill>
                <a:latin typeface="Noto Sans JP"/>
                <a:ea typeface="Noto Sans JP"/>
                <a:cs typeface="Noto Sans JP"/>
              </a:defRPr>
            </a:pPr>
            <a:r>
              <a:rPr sz="1425" b="0">
                <a:solidFill>
                  <a:srgbClr val="607579"/>
                </a:solidFill>
                <a:latin typeface="Noto Sans JP"/>
                <a:ea typeface="Noto Sans JP"/>
                <a:cs typeface="Noto Sans JP"/>
              </a:rPr>
              <a:t>共通の仕組みを活用。まずは責任者1名・架空資料で試作します（P14）。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5AB676B-78C1-4F10-B8DE-7B3601330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85800" y="1971675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8D4CF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4320A38-9F01-4B2E-B164-9393C591C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476500"/>
            <a:ext cx="4400550" cy="2714625"/>
          </a:xfrm>
          <a:prstGeom xmlns:a="http://schemas.openxmlformats.org/drawingml/2006/main" prst="roundRect">
            <a:avLst>
              <a:gd name="adj" fmla="val 3509"/>
            </a:avLst>
          </a:prstGeom>
          <a:solidFill xmlns:a="http://schemas.openxmlformats.org/drawingml/2006/main">
            <a:srgbClr val="07161C"/>
          </a:solidFill>
          <a:ln xmlns:a="http://schemas.openxmlformats.org/drawingml/2006/main" w="9525">
            <a:solidFill>
              <a:srgbClr val="1A3D45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1FB7448-5306-43AF-AC57-6DD537A4D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724150"/>
            <a:ext cx="476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75" b="1">
                <a:solidFill>
                  <a:srgbClr val="63DFEF"/>
                </a:solidFill>
                <a:latin typeface="Noto Sans JP"/>
                <a:ea typeface="Noto Sans JP"/>
                <a:cs typeface="Noto Sans JP"/>
              </a:defRPr>
            </a:pPr>
            <a:r>
              <a:rPr sz="2175" b="1">
                <a:solidFill>
                  <a:srgbClr val="63DFEF"/>
                </a:solidFill>
                <a:latin typeface="Noto Sans JP"/>
                <a:ea typeface="Noto Sans JP"/>
                <a:cs typeface="Noto Sans JP"/>
              </a:rPr>
              <a:t>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84A77B4-58C2-416A-ADCF-0D9034C1E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295650"/>
            <a:ext cx="3333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325" b="1">
                <a:solidFill>
                  <a:srgbClr val="EAF7F8"/>
                </a:solidFill>
                <a:latin typeface="Noto Sans JP"/>
                <a:ea typeface="Noto Sans JP"/>
                <a:cs typeface="Noto Sans JP"/>
              </a:defRPr>
            </a:pPr>
            <a:r>
              <a:rPr sz="2325" b="1">
                <a:solidFill>
                  <a:srgbClr val="EAF7F8"/>
                </a:solidFill>
                <a:latin typeface="Noto Sans JP"/>
                <a:ea typeface="Noto Sans JP"/>
                <a:cs typeface="Noto Sans JP"/>
              </a:rPr>
              <a:t>相談を助ける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AC72E43-BB6D-4638-A1AA-AC91EAEB7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952875"/>
            <a:ext cx="3429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500" b="0">
                <a:solidFill>
                  <a:srgbClr val="8FA8AD"/>
                </a:solidFill>
                <a:latin typeface="Noto Sans JP"/>
                <a:ea typeface="Noto Sans JP"/>
                <a:cs typeface="Noto Sans JP"/>
              </a:defRPr>
            </a:pPr>
            <a:r>
              <a:rPr sz="1500" b="0">
                <a:solidFill>
                  <a:srgbClr val="8FA8AD"/>
                </a:solidFill>
                <a:latin typeface="Noto Sans JP"/>
                <a:ea typeface="Noto Sans JP"/>
                <a:cs typeface="Noto Sans JP"/>
              </a:rPr>
              <a:t>社長の判断基準を参照</a:t>
            </a:r>
          </a:p>
          <a:p xmlns:a="http://schemas.openxmlformats.org/drawingml/2006/main">
            <a:pPr>
              <a:buNone/>
              <a:defRPr sz="1500" b="0">
                <a:solidFill>
                  <a:srgbClr val="8FA8AD"/>
                </a:solidFill>
                <a:latin typeface="Noto Sans JP"/>
                <a:ea typeface="Noto Sans JP"/>
                <a:cs typeface="Noto Sans JP"/>
              </a:defRPr>
            </a:pPr>
            <a:r>
              <a:rPr sz="1500" b="0">
                <a:solidFill>
                  <a:srgbClr val="8FA8AD"/>
                </a:solidFill>
                <a:latin typeface="Noto Sans JP"/>
                <a:ea typeface="Noto Sans JP"/>
                <a:cs typeface="Noto Sans JP"/>
              </a:rPr>
              <a:t>企画の論点・確認事項を整理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1499069-1735-4FF6-87E5-68A305996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53075" y="3381375"/>
            <a:ext cx="1047750" cy="6858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38596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6DDCC32-B15A-46D9-830B-22F1C3E36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2476500"/>
            <a:ext cx="4400550" cy="2714625"/>
          </a:xfrm>
          <a:prstGeom xmlns:a="http://schemas.openxmlformats.org/drawingml/2006/main" prst="roundRect">
            <a:avLst>
              <a:gd name="adj" fmla="val 350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D4C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0EDC5A0-5489-44C1-9A81-514D61AFE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2724150"/>
            <a:ext cx="476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75" b="1">
                <a:solidFill>
                  <a:srgbClr val="138596"/>
                </a:solidFill>
                <a:latin typeface="Noto Sans JP"/>
                <a:ea typeface="Noto Sans JP"/>
                <a:cs typeface="Noto Sans JP"/>
              </a:defRPr>
            </a:pPr>
            <a:r>
              <a:rPr sz="2175" b="1">
                <a:solidFill>
                  <a:srgbClr val="138596"/>
                </a:solidFill>
                <a:latin typeface="Noto Sans JP"/>
                <a:ea typeface="Noto Sans JP"/>
                <a:cs typeface="Noto Sans JP"/>
              </a:rPr>
              <a:t>B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08E1986-DFDE-45D0-BC54-6280D2810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3295650"/>
            <a:ext cx="3619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325" b="1">
                <a:solidFill>
                  <a:srgbClr val="07161C"/>
                </a:solidFill>
                <a:latin typeface="Noto Sans JP"/>
                <a:ea typeface="Noto Sans JP"/>
                <a:cs typeface="Noto Sans JP"/>
              </a:defRPr>
            </a:pPr>
            <a:r>
              <a:rPr sz="2325" b="1">
                <a:solidFill>
                  <a:srgbClr val="07161C"/>
                </a:solidFill>
                <a:latin typeface="Noto Sans JP"/>
                <a:ea typeface="Noto Sans JP"/>
                <a:cs typeface="Noto Sans JP"/>
              </a:rPr>
              <a:t>判断・承認は人が行う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21E7947-4BA1-40D3-8D36-0D1235872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3952875"/>
            <a:ext cx="3524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500" b="0">
                <a:solidFill>
                  <a:srgbClr val="607579"/>
                </a:solidFill>
                <a:latin typeface="Noto Sans JP"/>
                <a:ea typeface="Noto Sans JP"/>
                <a:cs typeface="Noto Sans JP"/>
              </a:defRPr>
            </a:pPr>
            <a:r>
              <a:rPr sz="1500" b="0">
                <a:solidFill>
                  <a:srgbClr val="607579"/>
                </a:solidFill>
                <a:latin typeface="Noto Sans JP"/>
                <a:ea typeface="Noto Sans JP"/>
                <a:cs typeface="Noto Sans JP"/>
              </a:rPr>
              <a:t>本人の意図を断定しない</a:t>
            </a:r>
          </a:p>
          <a:p xmlns:a="http://schemas.openxmlformats.org/drawingml/2006/main">
            <a:pPr>
              <a:buNone/>
              <a:defRPr sz="1500" b="0">
                <a:solidFill>
                  <a:srgbClr val="607579"/>
                </a:solidFill>
                <a:latin typeface="Noto Sans JP"/>
                <a:ea typeface="Noto Sans JP"/>
                <a:cs typeface="Noto Sans JP"/>
              </a:defRPr>
            </a:pPr>
            <a:r>
              <a:rPr sz="1500" b="0">
                <a:solidFill>
                  <a:srgbClr val="607579"/>
                </a:solidFill>
                <a:latin typeface="Noto Sans JP"/>
                <a:ea typeface="Noto Sans JP"/>
                <a:cs typeface="Noto Sans JP"/>
              </a:rPr>
              <a:t>承認・送信・契約を勝手にしない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839EB92-46F9-41EA-8124-F4E59B526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5619750"/>
            <a:ext cx="9048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138596"/>
                </a:solidFill>
                <a:latin typeface="Noto Sans JP"/>
                <a:ea typeface="Noto Sans JP"/>
                <a:cs typeface="Noto Sans JP"/>
              </a:defRPr>
            </a:pPr>
            <a:r>
              <a:rPr sz="1200" b="1">
                <a:solidFill>
                  <a:srgbClr val="138596"/>
                </a:solidFill>
                <a:latin typeface="Noto Sans JP"/>
                <a:ea typeface="Noto Sans JP"/>
                <a:cs typeface="Noto Sans JP"/>
              </a:rPr>
              <a:t>AIの提案は下書きです。正式な判断・承認は社長または権限を持つ人へ。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DD91010-E282-4316-974D-5C1337D2C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27622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750" b="1">
                <a:solidFill>
                  <a:srgbClr val="7C908E"/>
                </a:solidFill>
                <a:latin typeface="Noto Sans JP"/>
                <a:ea typeface="Noto Sans JP"/>
                <a:cs typeface="Noto Sans JP"/>
              </a:defRPr>
            </a:pPr>
            <a:r>
              <a:rPr sz="750" b="1">
                <a:solidFill>
                  <a:srgbClr val="7C908E"/>
                </a:solidFill>
                <a:latin typeface="Noto Sans JP"/>
                <a:ea typeface="Noto Sans JP"/>
                <a:cs typeface="Noto Sans JP"/>
              </a:rPr>
              <a:t>AI NORIKO STARTER KIT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5A5BC05-A3F9-4D3B-B608-EFFB7EEFD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6467475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825" b="1">
                <a:solidFill>
                  <a:srgbClr val="138596"/>
                </a:solidFill>
                <a:latin typeface="Noto Sans JP"/>
                <a:ea typeface="Noto Sans JP"/>
                <a:cs typeface="Noto Sans JP"/>
              </a:defRPr>
            </a:pPr>
            <a:r>
              <a:rPr sz="825" b="1">
                <a:solidFill>
                  <a:srgbClr val="138596"/>
                </a:solidFill>
                <a:latin typeface="Noto Sans JP"/>
                <a:ea typeface="Noto Sans JP"/>
                <a:cs typeface="Noto Sans JP"/>
              </a:rPr>
              <a:t>35</a:t>
            </a:r>
          </a:p>
        </p:txBody>
      </p:sp>
    </p:spTree>
    <p:extLst>
      <p:ext uri="{BB962C8B-B14F-4D97-AF65-F5344CB8AC3E}">
        <p14:creationId xmlns:p14="http://schemas.microsoft.com/office/powerpoint/2010/main" val="2097552500"/>
      </p:ext>
    </p:extLst>
  </p:cSld>
</p:sld>
</file>

<file path=ppt/slides/slide36.xml><?xml version="1.0" encoding="utf-8"?>
<p:sld xmlns:p="http://schemas.openxmlformats.org/presentationml/2006/main">
  <p:cSld>
    <p:bg>
      <p:bgPr>
        <a:solidFill xmlns:a="http://schemas.openxmlformats.org/drawingml/2006/main">
          <a:srgbClr val="07161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698370C-908A-4FD1-872B-43E744835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3429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63DFEF"/>
                </a:solidFill>
                <a:latin typeface="Noto Sans JP"/>
                <a:ea typeface="Noto Sans JP"/>
                <a:cs typeface="Noto Sans JP"/>
              </a:defRPr>
            </a:pPr>
            <a:r>
              <a:rPr sz="975" b="1">
                <a:solidFill>
                  <a:srgbClr val="63DFEF"/>
                </a:solidFill>
                <a:latin typeface="Noto Sans JP"/>
                <a:ea typeface="Noto Sans JP"/>
                <a:cs typeface="Noto Sans JP"/>
              </a:rPr>
              <a:t>05 / APPROVED KNOWLEDGE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D49D302-F9E5-4551-B1A1-B9E6C408B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62000"/>
            <a:ext cx="10820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150" b="1">
                <a:solidFill>
                  <a:srgbClr val="EAF7F8"/>
                </a:solidFill>
                <a:latin typeface="Noto Sans JP"/>
                <a:ea typeface="Noto Sans JP"/>
                <a:cs typeface="Noto Sans JP"/>
              </a:defRPr>
            </a:pPr>
            <a:r>
              <a:rPr sz="3150" b="1">
                <a:solidFill>
                  <a:srgbClr val="EAF7F8"/>
                </a:solidFill>
                <a:latin typeface="Noto Sans JP"/>
                <a:ea typeface="Noto Sans JP"/>
                <a:cs typeface="Noto Sans JP"/>
              </a:rPr>
              <a:t>入れるのは、確認済みの判断基準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758FBF8-B313-4679-97BE-989B9151D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495425"/>
            <a:ext cx="10287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425" b="0">
                <a:solidFill>
                  <a:srgbClr val="8FA8AD"/>
                </a:solidFill>
                <a:latin typeface="Noto Sans JP"/>
                <a:ea typeface="Noto Sans JP"/>
                <a:cs typeface="Noto Sans JP"/>
              </a:defRPr>
            </a:pPr>
            <a:r>
              <a:rPr sz="1425" b="0">
                <a:solidFill>
                  <a:srgbClr val="8FA8AD"/>
                </a:solidFill>
                <a:latin typeface="Noto Sans JP"/>
                <a:ea typeface="Noto Sans JP"/>
                <a:cs typeface="Noto Sans JP"/>
              </a:rPr>
              <a:t>社長の全データを複製せず、用途に必要な資料だけを使います。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E99EC22-4081-4E11-80F0-768E14028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85800" y="1971675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34149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9B183EB-713A-40F5-A2E4-5AF5F5A05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81250"/>
            <a:ext cx="4953000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0A2027"/>
          </a:solidFill>
          <a:ln xmlns:a="http://schemas.openxmlformats.org/drawingml/2006/main" w="9525">
            <a:solidFill>
              <a:srgbClr val="234A54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E0FDED3-FE7D-404F-A612-045D51C13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571750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63DFEF"/>
                </a:solidFill>
                <a:latin typeface="Noto Sans JP"/>
                <a:ea typeface="Noto Sans JP"/>
                <a:cs typeface="Noto Sans JP"/>
              </a:defRPr>
            </a:pPr>
            <a:r>
              <a:rPr sz="1200" b="1">
                <a:solidFill>
                  <a:srgbClr val="63DFEF"/>
                </a:solidFill>
                <a:latin typeface="Noto Sans JP"/>
                <a:ea typeface="Noto Sans JP"/>
                <a:cs typeface="Noto Sans JP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32C0350-F571-40AE-A852-089416339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2552700"/>
            <a:ext cx="3714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EAF7F8"/>
                </a:solidFill>
                <a:latin typeface="Noto Sans JP"/>
                <a:ea typeface="Noto Sans JP"/>
                <a:cs typeface="Noto Sans JP"/>
              </a:defRPr>
            </a:pPr>
            <a:r>
              <a:rPr sz="1800" b="1">
                <a:solidFill>
                  <a:srgbClr val="EAF7F8"/>
                </a:solidFill>
                <a:latin typeface="Noto Sans JP"/>
                <a:ea typeface="Noto Sans JP"/>
                <a:cs typeface="Noto Sans JP"/>
              </a:rPr>
              <a:t>出典と原文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2704334-1574-4AE1-9FE9-5FEAC41DA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2962275"/>
            <a:ext cx="3714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8FA8AD"/>
                </a:solidFill>
                <a:latin typeface="Noto Sans JP"/>
                <a:ea typeface="Noto Sans JP"/>
                <a:cs typeface="Noto Sans JP"/>
              </a:defRPr>
            </a:pPr>
            <a:r>
              <a:rPr sz="1200" b="0">
                <a:solidFill>
                  <a:srgbClr val="8FA8AD"/>
                </a:solidFill>
                <a:latin typeface="Noto Sans JP"/>
                <a:ea typeface="Noto Sans JP"/>
                <a:cs typeface="Noto Sans JP"/>
              </a:rPr>
              <a:t>誰の発言か・元資料・日付を残す。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B3C96A6-FE1C-4677-937A-7279A51F9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381250"/>
            <a:ext cx="4953000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0A2027"/>
          </a:solidFill>
          <a:ln xmlns:a="http://schemas.openxmlformats.org/drawingml/2006/main" w="9525">
            <a:solidFill>
              <a:srgbClr val="234A54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30F10F4-3546-4ED8-B954-1960CC20E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571750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63DFEF"/>
                </a:solidFill>
                <a:latin typeface="Noto Sans JP"/>
                <a:ea typeface="Noto Sans JP"/>
                <a:cs typeface="Noto Sans JP"/>
              </a:defRPr>
            </a:pPr>
            <a:r>
              <a:rPr sz="1200" b="1">
                <a:solidFill>
                  <a:srgbClr val="63DFEF"/>
                </a:solidFill>
                <a:latin typeface="Noto Sans JP"/>
                <a:ea typeface="Noto Sans JP"/>
                <a:cs typeface="Noto Sans JP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066418B-0F70-4962-8856-D36B00264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2552700"/>
            <a:ext cx="3714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EAF7F8"/>
                </a:solidFill>
                <a:latin typeface="Noto Sans JP"/>
                <a:ea typeface="Noto Sans JP"/>
                <a:cs typeface="Noto Sans JP"/>
              </a:defRPr>
            </a:pPr>
            <a:r>
              <a:rPr sz="1800" b="1">
                <a:solidFill>
                  <a:srgbClr val="EAF7F8"/>
                </a:solidFill>
                <a:latin typeface="Noto Sans JP"/>
                <a:ea typeface="Noto Sans JP"/>
                <a:cs typeface="Noto Sans JP"/>
              </a:rPr>
              <a:t>適用する範囲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45CAAAE-CC83-48FF-AC07-29E7CCD6A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2962275"/>
            <a:ext cx="3714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8FA8AD"/>
                </a:solidFill>
                <a:latin typeface="Noto Sans JP"/>
                <a:ea typeface="Noto Sans JP"/>
                <a:cs typeface="Noto Sans JP"/>
              </a:defRPr>
            </a:pPr>
            <a:r>
              <a:rPr sz="1200" b="0">
                <a:solidFill>
                  <a:srgbClr val="8FA8AD"/>
                </a:solidFill>
                <a:latin typeface="Noto Sans JP"/>
                <a:ea typeface="Noto Sans JP"/>
                <a:cs typeface="Noto Sans JP"/>
              </a:rPr>
              <a:t>何の判断に使い、誰に見せてよいか。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17569D5-C905-430C-A042-640EEB13F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0"/>
            <a:ext cx="4953000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0A2027"/>
          </a:solidFill>
          <a:ln xmlns:a="http://schemas.openxmlformats.org/drawingml/2006/main" w="9525">
            <a:solidFill>
              <a:srgbClr val="234A54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F3EBB08-76C0-4F21-AC07-8D7C8EB0A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000500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63DFEF"/>
                </a:solidFill>
                <a:latin typeface="Noto Sans JP"/>
                <a:ea typeface="Noto Sans JP"/>
                <a:cs typeface="Noto Sans JP"/>
              </a:defRPr>
            </a:pPr>
            <a:r>
              <a:rPr sz="1200" b="1">
                <a:solidFill>
                  <a:srgbClr val="63DFEF"/>
                </a:solidFill>
                <a:latin typeface="Noto Sans JP"/>
                <a:ea typeface="Noto Sans JP"/>
                <a:cs typeface="Noto Sans JP"/>
              </a:rP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6BE5320-3C21-4C96-AEF6-0A779A8ED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3981450"/>
            <a:ext cx="3714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EAF7F8"/>
                </a:solidFill>
                <a:latin typeface="Noto Sans JP"/>
                <a:ea typeface="Noto Sans JP"/>
                <a:cs typeface="Noto Sans JP"/>
              </a:defRPr>
            </a:pPr>
            <a:r>
              <a:rPr sz="1800" b="1">
                <a:solidFill>
                  <a:srgbClr val="EAF7F8"/>
                </a:solidFill>
                <a:latin typeface="Noto Sans JP"/>
                <a:ea typeface="Noto Sans JP"/>
                <a:cs typeface="Noto Sans JP"/>
              </a:rPr>
              <a:t>承認と版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2302251-9641-496C-A064-0DDA36F9D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4391025"/>
            <a:ext cx="3714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8FA8AD"/>
                </a:solidFill>
                <a:latin typeface="Noto Sans JP"/>
                <a:ea typeface="Noto Sans JP"/>
                <a:cs typeface="Noto Sans JP"/>
              </a:defRPr>
            </a:pPr>
            <a:r>
              <a:rPr sz="1200" b="0">
                <a:solidFill>
                  <a:srgbClr val="8FA8AD"/>
                </a:solidFill>
                <a:latin typeface="Noto Sans JP"/>
                <a:ea typeface="Noto Sans JP"/>
                <a:cs typeface="Noto Sans JP"/>
              </a:rPr>
              <a:t>承認者・承認日・版番号。旧版は分ける。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06BA49D-F60F-46B8-B1FE-8436074CC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810000"/>
            <a:ext cx="4953000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0A2027"/>
          </a:solidFill>
          <a:ln xmlns:a="http://schemas.openxmlformats.org/drawingml/2006/main" w="9525">
            <a:solidFill>
              <a:srgbClr val="234A54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1F9FFF2-972D-4F07-9C86-1F98C6BB5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4000500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63DFEF"/>
                </a:solidFill>
                <a:latin typeface="Noto Sans JP"/>
                <a:ea typeface="Noto Sans JP"/>
                <a:cs typeface="Noto Sans JP"/>
              </a:defRPr>
            </a:pPr>
            <a:r>
              <a:rPr sz="1200" b="1">
                <a:solidFill>
                  <a:srgbClr val="63DFEF"/>
                </a:solidFill>
                <a:latin typeface="Noto Sans JP"/>
                <a:ea typeface="Noto Sans JP"/>
                <a:cs typeface="Noto Sans JP"/>
              </a:rPr>
              <a:t>04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160C321-949A-486A-9077-E4E7A2061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3981450"/>
            <a:ext cx="3714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EAF7F8"/>
                </a:solidFill>
                <a:latin typeface="Noto Sans JP"/>
                <a:ea typeface="Noto Sans JP"/>
                <a:cs typeface="Noto Sans JP"/>
              </a:defRPr>
            </a:pPr>
            <a:r>
              <a:rPr sz="1800" b="1">
                <a:solidFill>
                  <a:srgbClr val="EAF7F8"/>
                </a:solidFill>
                <a:latin typeface="Noto Sans JP"/>
                <a:ea typeface="Noto Sans JP"/>
                <a:cs typeface="Noto Sans JP"/>
              </a:rPr>
              <a:t>更新する担当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AC0946F-15BE-4512-AF8B-55DB7C205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4391025"/>
            <a:ext cx="3714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8FA8AD"/>
                </a:solidFill>
                <a:latin typeface="Noto Sans JP"/>
                <a:ea typeface="Noto Sans JP"/>
                <a:cs typeface="Noto Sans JP"/>
              </a:defRPr>
            </a:pPr>
            <a:r>
              <a:rPr sz="1200" b="0">
                <a:solidFill>
                  <a:srgbClr val="8FA8AD"/>
                </a:solidFill>
                <a:latin typeface="Noto Sans JP"/>
                <a:ea typeface="Noto Sans JP"/>
                <a:cs typeface="Noto Sans JP"/>
              </a:rPr>
              <a:t>方針変更時の更新・再検証・停止担当を決める。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40A0A59-3633-431A-9951-909F0FC23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524500"/>
            <a:ext cx="9144000" cy="409575"/>
          </a:xfrm>
          <a:prstGeom xmlns:a="http://schemas.openxmlformats.org/drawingml/2006/main" prst="roundRect">
            <a:avLst>
              <a:gd name="adj" fmla="val 18605"/>
            </a:avLst>
          </a:prstGeom>
          <a:solidFill xmlns:a="http://schemas.openxmlformats.org/drawingml/2006/main">
            <a:srgbClr val="2D2415"/>
          </a:solidFill>
          <a:ln xmlns:a="http://schemas.openxmlformats.org/drawingml/2006/main" w="9525">
            <a:solidFill>
              <a:srgbClr val="7B6338"/>
            </a:solidFill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E4BC72"/>
                </a:solidFill>
                <a:latin typeface="Noto Sans JP"/>
                <a:ea typeface="Noto Sans JP"/>
                <a:cs typeface="Noto Sans JP"/>
              </a:defRPr>
            </a:pPr>
            <a:r>
              <a:rPr sz="1500" b="1">
                <a:solidFill>
                  <a:srgbClr val="E4BC72"/>
                </a:solidFill>
                <a:latin typeface="Noto Sans JP"/>
                <a:ea typeface="Noto Sans JP"/>
                <a:cs typeface="Noto Sans JP"/>
              </a:rPr>
              <a:t>私的メモや人事・顧客の秘密は混ぜない。下書きを承認済みに扱わない。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89B47A1-D6DC-41E5-938D-B518CE6FB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27622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750" b="1">
                <a:solidFill>
                  <a:srgbClr val="557279"/>
                </a:solidFill>
                <a:latin typeface="Noto Sans JP"/>
                <a:ea typeface="Noto Sans JP"/>
                <a:cs typeface="Noto Sans JP"/>
              </a:defRPr>
            </a:pPr>
            <a:r>
              <a:rPr sz="750" b="1">
                <a:solidFill>
                  <a:srgbClr val="557279"/>
                </a:solidFill>
                <a:latin typeface="Noto Sans JP"/>
                <a:ea typeface="Noto Sans JP"/>
                <a:cs typeface="Noto Sans JP"/>
              </a:rPr>
              <a:t>AI NORIKO STARTER KIT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9F506A1-6036-478F-BDEE-FC8F2D5C6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6467475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825" b="1">
                <a:solidFill>
                  <a:srgbClr val="63DFEF"/>
                </a:solidFill>
                <a:latin typeface="Noto Sans JP"/>
                <a:ea typeface="Noto Sans JP"/>
                <a:cs typeface="Noto Sans JP"/>
              </a:defRPr>
            </a:pPr>
            <a:r>
              <a:rPr sz="825" b="1">
                <a:solidFill>
                  <a:srgbClr val="63DFEF"/>
                </a:solidFill>
                <a:latin typeface="Noto Sans JP"/>
                <a:ea typeface="Noto Sans JP"/>
                <a:cs typeface="Noto Sans JP"/>
              </a:rPr>
              <a:t>36</a:t>
            </a:r>
          </a:p>
        </p:txBody>
      </p:sp>
    </p:spTree>
    <p:extLst>
      <p:ext uri="{BB962C8B-B14F-4D97-AF65-F5344CB8AC3E}">
        <p14:creationId xmlns:p14="http://schemas.microsoft.com/office/powerpoint/2010/main" val="998889980"/>
      </p:ext>
    </p:extLst>
  </p:cSld>
</p:sld>
</file>

<file path=ppt/slides/slide37.xml><?xml version="1.0" encoding="utf-8"?>
<p:sld xmlns:p="http://schemas.openxmlformats.org/presentationml/2006/main">
  <p:cSld>
    <p:bg>
      <p:bgPr>
        <a:solidFill xmlns:a="http://schemas.openxmlformats.org/drawingml/2006/main">
          <a:srgbClr val="F7F4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D85E47F-66AE-4F27-BE95-A0D156372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3429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138596"/>
                </a:solidFill>
                <a:latin typeface="Noto Sans JP"/>
                <a:ea typeface="Noto Sans JP"/>
                <a:cs typeface="Noto Sans JP"/>
              </a:defRPr>
            </a:pPr>
            <a:r>
              <a:rPr sz="975" b="1">
                <a:solidFill>
                  <a:srgbClr val="138596"/>
                </a:solidFill>
                <a:latin typeface="Noto Sans JP"/>
                <a:ea typeface="Noto Sans JP"/>
                <a:cs typeface="Noto Sans JP"/>
              </a:rPr>
              <a:t>05 / RESPONSE DESIGN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AFE6120-EBCE-4BE4-846E-C85D1AF4A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62000"/>
            <a:ext cx="10820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150" b="1">
                <a:solidFill>
                  <a:srgbClr val="07161C"/>
                </a:solidFill>
                <a:latin typeface="Noto Sans JP"/>
                <a:ea typeface="Noto Sans JP"/>
                <a:cs typeface="Noto Sans JP"/>
              </a:defRPr>
            </a:pPr>
            <a:r>
              <a:rPr sz="3150" b="1">
                <a:solidFill>
                  <a:srgbClr val="07161C"/>
                </a:solidFill>
                <a:latin typeface="Noto Sans JP"/>
                <a:ea typeface="Noto Sans JP"/>
                <a:cs typeface="Noto Sans JP"/>
              </a:rPr>
              <a:t>答えは「根拠・提案・確認事項」に分ける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FA47313-13CE-4123-9914-989906F94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495425"/>
            <a:ext cx="10287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425" b="0">
                <a:solidFill>
                  <a:srgbClr val="607579"/>
                </a:solidFill>
                <a:latin typeface="Noto Sans JP"/>
                <a:ea typeface="Noto Sans JP"/>
                <a:cs typeface="Noto Sans JP"/>
              </a:defRPr>
            </a:pPr>
            <a:r>
              <a:rPr sz="1425" b="0">
                <a:solidFill>
                  <a:srgbClr val="607579"/>
                </a:solidFill>
                <a:latin typeface="Noto Sans JP"/>
                <a:ea typeface="Noto Sans JP"/>
                <a:cs typeface="Noto Sans JP"/>
              </a:rPr>
              <a:t>P15で試す回答形式。自動で守れるかは、別途検証が必要です。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296FFF7-B86B-45DB-B2D5-7937C1927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85800" y="1971675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8D4CF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EAD708C-0784-4B3E-A71D-8796AA05B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381250"/>
            <a:ext cx="3257550" cy="2876550"/>
          </a:xfrm>
          <a:prstGeom xmlns:a="http://schemas.openxmlformats.org/drawingml/2006/main" prst="roundRect">
            <a:avLst>
              <a:gd name="adj" fmla="val 264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D4C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10C1A63-F301-4C90-B350-4DD3A558A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628900"/>
            <a:ext cx="2705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138596"/>
                </a:solidFill>
                <a:latin typeface="Noto Sans JP"/>
                <a:ea typeface="Noto Sans JP"/>
                <a:cs typeface="Noto Sans JP"/>
              </a:defRPr>
            </a:pPr>
            <a:r>
              <a:rPr sz="975" b="1">
                <a:solidFill>
                  <a:srgbClr val="138596"/>
                </a:solidFill>
                <a:latin typeface="Noto Sans JP"/>
                <a:ea typeface="Noto Sans JP"/>
                <a:cs typeface="Noto Sans JP"/>
              </a:rPr>
              <a:t>01 / EVIDENCE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26330E9-2BDE-4FB4-BB98-568E29DBB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181350"/>
            <a:ext cx="2705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950" b="1">
                <a:solidFill>
                  <a:srgbClr val="07161C"/>
                </a:solidFill>
                <a:latin typeface="Noto Sans JP"/>
                <a:ea typeface="Noto Sans JP"/>
                <a:cs typeface="Noto Sans JP"/>
              </a:defRPr>
            </a:pPr>
            <a:r>
              <a:rPr sz="1950" b="1">
                <a:solidFill>
                  <a:srgbClr val="07161C"/>
                </a:solidFill>
                <a:latin typeface="Noto Sans JP"/>
                <a:ea typeface="Noto Sans JP"/>
                <a:cs typeface="Noto Sans JP"/>
              </a:rPr>
              <a:t>参照した根拠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5BB186D-928B-4DD0-940A-BA8A8EB22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905250"/>
            <a:ext cx="27051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75" b="0">
                <a:solidFill>
                  <a:srgbClr val="607579"/>
                </a:solidFill>
                <a:latin typeface="Noto Sans JP"/>
                <a:ea typeface="Noto Sans JP"/>
                <a:cs typeface="Noto Sans JP"/>
              </a:defRPr>
            </a:pPr>
            <a:r>
              <a:rPr sz="1275" b="0">
                <a:solidFill>
                  <a:srgbClr val="607579"/>
                </a:solidFill>
                <a:latin typeface="Noto Sans JP"/>
                <a:ea typeface="Noto Sans JP"/>
                <a:cs typeface="Noto Sans JP"/>
              </a:rPr>
              <a:t>資料名・該当箇所</a:t>
            </a:r>
          </a:p>
          <a:p xmlns:a="http://schemas.openxmlformats.org/drawingml/2006/main">
            <a:pPr>
              <a:buNone/>
              <a:defRPr sz="1275" b="0">
                <a:solidFill>
                  <a:srgbClr val="607579"/>
                </a:solidFill>
                <a:latin typeface="Noto Sans JP"/>
                <a:ea typeface="Noto Sans JP"/>
                <a:cs typeface="Noto Sans JP"/>
              </a:defRPr>
            </a:pPr>
            <a:r>
              <a:rPr sz="1275" b="0">
                <a:solidFill>
                  <a:srgbClr val="607579"/>
                </a:solidFill>
                <a:latin typeface="Noto Sans JP"/>
                <a:ea typeface="Noto Sans JP"/>
                <a:cs typeface="Noto Sans JP"/>
              </a:rPr>
              <a:t>日付・版・適用範囲</a:t>
            </a:r>
          </a:p>
          <a:p xmlns:a="http://schemas.openxmlformats.org/drawingml/2006/main">
            <a:pPr>
              <a:buNone/>
              <a:defRPr sz="1275" b="0">
                <a:solidFill>
                  <a:srgbClr val="607579"/>
                </a:solidFill>
                <a:latin typeface="Noto Sans JP"/>
                <a:ea typeface="Noto Sans JP"/>
                <a:cs typeface="Noto Sans JP"/>
              </a:defRPr>
            </a:pPr>
            <a:r>
              <a:rPr sz="1275" b="0">
                <a:solidFill>
                  <a:srgbClr val="607579"/>
                </a:solidFill>
                <a:latin typeface="Noto Sans JP"/>
                <a:ea typeface="Noto Sans JP"/>
                <a:cs typeface="Noto Sans JP"/>
              </a:rPr>
              <a:t>見つからなければ不明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2D97995-4F9F-41D4-9C43-E30879B4C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2925" y="2381250"/>
            <a:ext cx="3257550" cy="2876550"/>
          </a:xfrm>
          <a:prstGeom xmlns:a="http://schemas.openxmlformats.org/drawingml/2006/main" prst="roundRect">
            <a:avLst>
              <a:gd name="adj" fmla="val 2649"/>
            </a:avLst>
          </a:prstGeom>
          <a:solidFill xmlns:a="http://schemas.openxmlformats.org/drawingml/2006/main">
            <a:srgbClr val="07161C"/>
          </a:solidFill>
          <a:ln xmlns:a="http://schemas.openxmlformats.org/drawingml/2006/main" w="9525">
            <a:solidFill>
              <a:srgbClr val="07161C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363C985-BC59-4E29-85C0-7D3048148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575" y="2628900"/>
            <a:ext cx="2705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E4BC72"/>
                </a:solidFill>
                <a:latin typeface="Noto Sans JP"/>
                <a:ea typeface="Noto Sans JP"/>
                <a:cs typeface="Noto Sans JP"/>
              </a:defRPr>
            </a:pPr>
            <a:r>
              <a:rPr sz="975" b="1">
                <a:solidFill>
                  <a:srgbClr val="E4BC72"/>
                </a:solidFill>
                <a:latin typeface="Noto Sans JP"/>
                <a:ea typeface="Noto Sans JP"/>
                <a:cs typeface="Noto Sans JP"/>
              </a:rPr>
              <a:t>02 / OPTIONS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00678BE-C8FC-42FC-B015-B4F8A5D9A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575" y="3181350"/>
            <a:ext cx="2705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950" b="1">
                <a:solidFill>
                  <a:srgbClr val="EAF7F8"/>
                </a:solidFill>
                <a:latin typeface="Noto Sans JP"/>
                <a:ea typeface="Noto Sans JP"/>
                <a:cs typeface="Noto Sans JP"/>
              </a:defRPr>
            </a:pPr>
            <a:r>
              <a:rPr sz="1950" b="1">
                <a:solidFill>
                  <a:srgbClr val="EAF7F8"/>
                </a:solidFill>
                <a:latin typeface="Noto Sans JP"/>
                <a:ea typeface="Noto Sans JP"/>
                <a:cs typeface="Noto Sans JP"/>
              </a:rPr>
              <a:t>AIの提案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ED0F117-D5B2-446D-911A-C7E78F6D7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575" y="3905250"/>
            <a:ext cx="27051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75" b="0">
                <a:solidFill>
                  <a:srgbClr val="8FA8AD"/>
                </a:solidFill>
                <a:latin typeface="Noto Sans JP"/>
                <a:ea typeface="Noto Sans JP"/>
                <a:cs typeface="Noto Sans JP"/>
              </a:defRPr>
            </a:pPr>
            <a:r>
              <a:rPr sz="1275" b="0">
                <a:solidFill>
                  <a:srgbClr val="8FA8AD"/>
                </a:solidFill>
                <a:latin typeface="Noto Sans JP"/>
                <a:ea typeface="Noto Sans JP"/>
                <a:cs typeface="Noto Sans JP"/>
              </a:rPr>
              <a:t>現状を短く整理</a:t>
            </a:r>
          </a:p>
          <a:p xmlns:a="http://schemas.openxmlformats.org/drawingml/2006/main">
            <a:pPr>
              <a:buNone/>
              <a:defRPr sz="1275" b="0">
                <a:solidFill>
                  <a:srgbClr val="8FA8AD"/>
                </a:solidFill>
                <a:latin typeface="Noto Sans JP"/>
                <a:ea typeface="Noto Sans JP"/>
                <a:cs typeface="Noto Sans JP"/>
              </a:defRPr>
            </a:pPr>
            <a:r>
              <a:rPr sz="1275" b="0">
                <a:solidFill>
                  <a:srgbClr val="8FA8AD"/>
                </a:solidFill>
                <a:latin typeface="Noto Sans JP"/>
                <a:ea typeface="Noto Sans JP"/>
                <a:cs typeface="Noto Sans JP"/>
              </a:rPr>
              <a:t>選択肢を比較</a:t>
            </a:r>
          </a:p>
          <a:p xmlns:a="http://schemas.openxmlformats.org/drawingml/2006/main">
            <a:pPr>
              <a:buNone/>
              <a:defRPr sz="1275" b="0">
                <a:solidFill>
                  <a:srgbClr val="8FA8AD"/>
                </a:solidFill>
                <a:latin typeface="Noto Sans JP"/>
                <a:ea typeface="Noto Sans JP"/>
                <a:cs typeface="Noto Sans JP"/>
              </a:defRPr>
            </a:pPr>
            <a:r>
              <a:rPr sz="1275" b="0">
                <a:solidFill>
                  <a:srgbClr val="8FA8AD"/>
                </a:solidFill>
                <a:latin typeface="Noto Sans JP"/>
                <a:ea typeface="Noto Sans JP"/>
                <a:cs typeface="Noto Sans JP"/>
              </a:rPr>
              <a:t>利点と懸念を示す</a:t>
            </a:r>
          </a:p>
          <a:p xmlns:a="http://schemas.openxmlformats.org/drawingml/2006/main">
            <a:pPr>
              <a:buNone/>
              <a:defRPr sz="1275" b="0">
                <a:solidFill>
                  <a:srgbClr val="8FA8AD"/>
                </a:solidFill>
                <a:latin typeface="Noto Sans JP"/>
                <a:ea typeface="Noto Sans JP"/>
                <a:cs typeface="Noto Sans JP"/>
              </a:defRPr>
            </a:pPr>
            <a:r>
              <a:rPr sz="1275" b="0">
                <a:solidFill>
                  <a:srgbClr val="8FA8AD"/>
                </a:solidFill>
                <a:latin typeface="Noto Sans JP"/>
                <a:ea typeface="Noto Sans JP"/>
                <a:cs typeface="Noto Sans JP"/>
              </a:rPr>
              <a:t>推測だと明記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E78A99B-657D-45A9-8F25-F668C9C42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381250"/>
            <a:ext cx="3257550" cy="2876550"/>
          </a:xfrm>
          <a:prstGeom xmlns:a="http://schemas.openxmlformats.org/drawingml/2006/main" prst="roundRect">
            <a:avLst>
              <a:gd name="adj" fmla="val 264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D4C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875B91F-23C3-450A-98C4-4181E9888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628900"/>
            <a:ext cx="2705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138596"/>
                </a:solidFill>
                <a:latin typeface="Noto Sans JP"/>
                <a:ea typeface="Noto Sans JP"/>
                <a:cs typeface="Noto Sans JP"/>
              </a:defRPr>
            </a:pPr>
            <a:r>
              <a:rPr sz="975" b="1">
                <a:solidFill>
                  <a:srgbClr val="138596"/>
                </a:solidFill>
                <a:latin typeface="Noto Sans JP"/>
                <a:ea typeface="Noto Sans JP"/>
                <a:cs typeface="Noto Sans JP"/>
              </a:rPr>
              <a:t>03 / ESCALATE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EFC19B0-F1FA-4636-B835-D29A26D47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3181350"/>
            <a:ext cx="2705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950" b="1">
                <a:solidFill>
                  <a:srgbClr val="07161C"/>
                </a:solidFill>
                <a:latin typeface="Noto Sans JP"/>
                <a:ea typeface="Noto Sans JP"/>
                <a:cs typeface="Noto Sans JP"/>
              </a:defRPr>
            </a:pPr>
            <a:r>
              <a:rPr sz="1950" b="1">
                <a:solidFill>
                  <a:srgbClr val="07161C"/>
                </a:solidFill>
                <a:latin typeface="Noto Sans JP"/>
                <a:ea typeface="Noto Sans JP"/>
                <a:cs typeface="Noto Sans JP"/>
              </a:rPr>
              <a:t>社長への確認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24C6624-4BF0-4C0C-A98B-B902783D5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3905250"/>
            <a:ext cx="27051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75" b="0">
                <a:solidFill>
                  <a:srgbClr val="607579"/>
                </a:solidFill>
                <a:latin typeface="Noto Sans JP"/>
                <a:ea typeface="Noto Sans JP"/>
                <a:cs typeface="Noto Sans JP"/>
              </a:defRPr>
            </a:pPr>
            <a:r>
              <a:rPr sz="1275" b="0">
                <a:solidFill>
                  <a:srgbClr val="607579"/>
                </a:solidFill>
                <a:latin typeface="Noto Sans JP"/>
                <a:ea typeface="Noto Sans JP"/>
                <a:cs typeface="Noto Sans JP"/>
              </a:rPr>
              <a:t>判断が必要な点</a:t>
            </a:r>
          </a:p>
          <a:p xmlns:a="http://schemas.openxmlformats.org/drawingml/2006/main">
            <a:pPr>
              <a:buNone/>
              <a:defRPr sz="1275" b="0">
                <a:solidFill>
                  <a:srgbClr val="607579"/>
                </a:solidFill>
                <a:latin typeface="Noto Sans JP"/>
                <a:ea typeface="Noto Sans JP"/>
                <a:cs typeface="Noto Sans JP"/>
              </a:defRPr>
            </a:pPr>
            <a:r>
              <a:rPr sz="1275" b="0">
                <a:solidFill>
                  <a:srgbClr val="607579"/>
                </a:solidFill>
                <a:latin typeface="Noto Sans JP"/>
                <a:ea typeface="Noto Sans JP"/>
                <a:cs typeface="Noto Sans JP"/>
              </a:rPr>
              <a:t>足りない情報</a:t>
            </a:r>
          </a:p>
          <a:p xmlns:a="http://schemas.openxmlformats.org/drawingml/2006/main">
            <a:pPr>
              <a:buNone/>
              <a:defRPr sz="1275" b="0">
                <a:solidFill>
                  <a:srgbClr val="607579"/>
                </a:solidFill>
                <a:latin typeface="Noto Sans JP"/>
                <a:ea typeface="Noto Sans JP"/>
                <a:cs typeface="Noto Sans JP"/>
              </a:defRPr>
            </a:pPr>
            <a:r>
              <a:rPr sz="1275" b="0">
                <a:solidFill>
                  <a:srgbClr val="607579"/>
                </a:solidFill>
                <a:latin typeface="Noto Sans JP"/>
                <a:ea typeface="Noto Sans JP"/>
                <a:cs typeface="Noto Sans JP"/>
              </a:rPr>
              <a:t>確認期限と担当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81B3945-5B12-4EA9-B01F-A11E89B8E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5638800"/>
            <a:ext cx="8991600" cy="381000"/>
          </a:xfrm>
          <a:prstGeom xmlns:a="http://schemas.openxmlformats.org/drawingml/2006/main" prst="roundRect">
            <a:avLst>
              <a:gd name="adj" fmla="val 15000"/>
            </a:avLst>
          </a:prstGeom>
          <a:solidFill xmlns:a="http://schemas.openxmlformats.org/drawingml/2006/main">
            <a:srgbClr val="FFF1C9"/>
          </a:solidFill>
          <a:ln xmlns:a="http://schemas.openxmlformats.org/drawingml/2006/main" w="9525">
            <a:solidFill>
              <a:srgbClr val="DCB967"/>
            </a:solidFill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75" b="1">
                <a:solidFill>
                  <a:srgbClr val="76520D"/>
                </a:solidFill>
                <a:latin typeface="Noto Sans JP"/>
                <a:ea typeface="Noto Sans JP"/>
                <a:cs typeface="Noto Sans JP"/>
              </a:defRPr>
            </a:pPr>
            <a:r>
              <a:rPr sz="1275" b="1">
                <a:solidFill>
                  <a:srgbClr val="76520D"/>
                </a:solidFill>
                <a:latin typeface="Noto Sans JP"/>
                <a:ea typeface="Noto Sans JP"/>
                <a:cs typeface="Noto Sans JP"/>
              </a:rPr>
              <a:t>「社長なら絶対こう言う」「承認済み」と断定せず、社長確認用メモにまとめる。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FCFF752-91CD-4ADE-815B-0E181A613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27622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750" b="1">
                <a:solidFill>
                  <a:srgbClr val="7C908E"/>
                </a:solidFill>
                <a:latin typeface="Noto Sans JP"/>
                <a:ea typeface="Noto Sans JP"/>
                <a:cs typeface="Noto Sans JP"/>
              </a:defRPr>
            </a:pPr>
            <a:r>
              <a:rPr sz="750" b="1">
                <a:solidFill>
                  <a:srgbClr val="7C908E"/>
                </a:solidFill>
                <a:latin typeface="Noto Sans JP"/>
                <a:ea typeface="Noto Sans JP"/>
                <a:cs typeface="Noto Sans JP"/>
              </a:rPr>
              <a:t>AI NORIKO STARTER KIT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485D6AA-956D-405F-8F35-A01E69956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6467475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825" b="1">
                <a:solidFill>
                  <a:srgbClr val="138596"/>
                </a:solidFill>
                <a:latin typeface="Noto Sans JP"/>
                <a:ea typeface="Noto Sans JP"/>
                <a:cs typeface="Noto Sans JP"/>
              </a:defRPr>
            </a:pPr>
            <a:r>
              <a:rPr sz="825" b="1">
                <a:solidFill>
                  <a:srgbClr val="138596"/>
                </a:solidFill>
                <a:latin typeface="Noto Sans JP"/>
                <a:ea typeface="Noto Sans JP"/>
                <a:cs typeface="Noto Sans JP"/>
              </a:rPr>
              <a:t>37</a:t>
            </a:r>
          </a:p>
        </p:txBody>
      </p:sp>
    </p:spTree>
    <p:extLst>
      <p:ext uri="{BB962C8B-B14F-4D97-AF65-F5344CB8AC3E}">
        <p14:creationId xmlns:p14="http://schemas.microsoft.com/office/powerpoint/2010/main" val="179067679"/>
      </p:ext>
    </p:extLst>
  </p:cSld>
</p:sld>
</file>

<file path=ppt/slides/slide38.xml><?xml version="1.0" encoding="utf-8"?>
<p:sld xmlns:p="http://schemas.openxmlformats.org/presentationml/2006/main">
  <p:cSld>
    <p:bg>
      <p:bgPr>
        <a:solidFill xmlns:a="http://schemas.openxmlformats.org/drawingml/2006/main">
          <a:srgbClr val="07161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3109201-5D63-42B0-B2F2-53BE75458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3429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63DFEF"/>
                </a:solidFill>
                <a:latin typeface="Noto Sans JP"/>
                <a:ea typeface="Noto Sans JP"/>
                <a:cs typeface="Noto Sans JP"/>
              </a:defRPr>
            </a:pPr>
            <a:r>
              <a:rPr sz="975" b="1">
                <a:solidFill>
                  <a:srgbClr val="63DFEF"/>
                </a:solidFill>
                <a:latin typeface="Noto Sans JP"/>
                <a:ea typeface="Noto Sans JP"/>
                <a:cs typeface="Noto Sans JP"/>
              </a:rPr>
              <a:t>05 / BEFORE STAFF ROLLOUT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106B1A5-B453-48FD-9AE9-6BF1EE91A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62000"/>
            <a:ext cx="10820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150" b="1">
                <a:solidFill>
                  <a:srgbClr val="EAF7F8"/>
                </a:solidFill>
                <a:latin typeface="Noto Sans JP"/>
                <a:ea typeface="Noto Sans JP"/>
                <a:cs typeface="Noto Sans JP"/>
              </a:defRPr>
            </a:pPr>
            <a:r>
              <a:rPr sz="3150" b="1">
                <a:solidFill>
                  <a:srgbClr val="EAF7F8"/>
                </a:solidFill>
                <a:latin typeface="Noto Sans JP"/>
                <a:ea typeface="Noto Sans JP"/>
                <a:cs typeface="Noto Sans JP"/>
              </a:rPr>
              <a:t>社員公開には、安全対策の別開発が必要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BAD49A7-7DE1-40AA-817C-94F6C0600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495425"/>
            <a:ext cx="10287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425" b="0">
                <a:solidFill>
                  <a:srgbClr val="8FA8AD"/>
                </a:solidFill>
                <a:latin typeface="Noto Sans JP"/>
                <a:ea typeface="Noto Sans JP"/>
                <a:cs typeface="Noto Sans JP"/>
              </a:defRPr>
            </a:pPr>
            <a:r>
              <a:rPr sz="1425" b="0">
                <a:solidFill>
                  <a:srgbClr val="8FA8AD"/>
                </a:solidFill>
                <a:latin typeface="Noto Sans JP"/>
                <a:ea typeface="Noto Sans JP"/>
                <a:cs typeface="Noto Sans JP"/>
              </a:rPr>
              <a:t>P16で設計。本スターターキットに、次の企業用機能は実装されていません。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DCA5FD5-8ADC-4F74-8B84-97979F8D7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85800" y="1971675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34149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F928BAD-D09C-4DB6-B41B-0574F90A1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31457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3DFEF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29ED168-E465-4C98-BB01-C060693E0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381250"/>
            <a:ext cx="171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07161C"/>
                </a:solidFill>
                <a:latin typeface="Noto Sans JP"/>
                <a:ea typeface="Noto Sans JP"/>
                <a:cs typeface="Noto Sans JP"/>
              </a:defRPr>
            </a:pPr>
            <a:r>
              <a:rPr sz="975" b="1">
                <a:solidFill>
                  <a:srgbClr val="07161C"/>
                </a:solidFill>
                <a:latin typeface="Noto Sans JP"/>
                <a:ea typeface="Noto Sans JP"/>
                <a:cs typeface="Noto Sans JP"/>
              </a:rPr>
              <a:t>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F731579-7CC7-44D6-B80E-902B6E45C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2266950"/>
            <a:ext cx="9525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575" b="1">
                <a:solidFill>
                  <a:srgbClr val="EAF7F8"/>
                </a:solidFill>
                <a:latin typeface="Noto Sans JP"/>
                <a:ea typeface="Noto Sans JP"/>
                <a:cs typeface="Noto Sans JP"/>
              </a:defRPr>
            </a:pPr>
            <a:r>
              <a:rPr sz="1575" b="1">
                <a:solidFill>
                  <a:srgbClr val="EAF7F8"/>
                </a:solidFill>
                <a:latin typeface="Noto Sans JP"/>
                <a:ea typeface="Noto Sans JP"/>
                <a:cs typeface="Noto Sans JP"/>
              </a:rPr>
              <a:t>本人認証と役割別の権限。部署・会社・利用者ごとに情報を分離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B67F0ED-9FAD-4724-B742-5CD6ECBF1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485900" y="2809875"/>
            <a:ext cx="9525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6454C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1CF1D1D-EB74-437A-B59F-812BE7F7E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99085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3DFEF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991FF53-4129-4770-90BD-159561EA0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057525"/>
            <a:ext cx="171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07161C"/>
                </a:solidFill>
                <a:latin typeface="Noto Sans JP"/>
                <a:ea typeface="Noto Sans JP"/>
                <a:cs typeface="Noto Sans JP"/>
              </a:defRPr>
            </a:pPr>
            <a:r>
              <a:rPr sz="975" b="1">
                <a:solidFill>
                  <a:srgbClr val="07161C"/>
                </a:solidFill>
                <a:latin typeface="Noto Sans JP"/>
                <a:ea typeface="Noto Sans JP"/>
                <a:cs typeface="Noto Sans JP"/>
              </a:rPr>
              <a:t>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B3D31BC-0B76-45E6-B4DB-26687D889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2943225"/>
            <a:ext cx="9525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575" b="1">
                <a:solidFill>
                  <a:srgbClr val="EAF7F8"/>
                </a:solidFill>
                <a:latin typeface="Noto Sans JP"/>
                <a:ea typeface="Noto Sans JP"/>
                <a:cs typeface="Noto Sans JP"/>
              </a:defRPr>
            </a:pPr>
            <a:r>
              <a:rPr sz="1575" b="1">
                <a:solidFill>
                  <a:srgbClr val="EAF7F8"/>
                </a:solidFill>
                <a:latin typeface="Noto Sans JP"/>
                <a:ea typeface="Noto Sans JP"/>
                <a:cs typeface="Noto Sans JP"/>
              </a:rPr>
              <a:t>検索・回答の前に権限確認。外部AI・音声への送信範囲を管理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792B965-6035-4472-94AD-3FB1BFEA7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485900" y="3486150"/>
            <a:ext cx="9525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6454C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8663F8C-427D-41A6-9E81-93A7A0D71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66712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3DFEF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6D77002-F017-4E13-8D5D-32F81CC7A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733800"/>
            <a:ext cx="171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07161C"/>
                </a:solidFill>
                <a:latin typeface="Noto Sans JP"/>
                <a:ea typeface="Noto Sans JP"/>
                <a:cs typeface="Noto Sans JP"/>
              </a:defRPr>
            </a:pPr>
            <a:r>
              <a:rPr sz="975" b="1">
                <a:solidFill>
                  <a:srgbClr val="07161C"/>
                </a:solidFill>
                <a:latin typeface="Noto Sans JP"/>
                <a:ea typeface="Noto Sans JP"/>
                <a:cs typeface="Noto Sans JP"/>
              </a:rPr>
              <a:t>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4C8ABF7-345F-4634-AB00-3FFDF7061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3619500"/>
            <a:ext cx="9525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575" b="1">
                <a:solidFill>
                  <a:srgbClr val="EAF7F8"/>
                </a:solidFill>
                <a:latin typeface="Noto Sans JP"/>
                <a:ea typeface="Noto Sans JP"/>
                <a:cs typeface="Noto Sans JP"/>
              </a:defRPr>
            </a:pPr>
            <a:r>
              <a:rPr sz="1575" b="1">
                <a:solidFill>
                  <a:srgbClr val="EAF7F8"/>
                </a:solidFill>
                <a:latin typeface="Noto Sans JP"/>
                <a:ea typeface="Noto Sans JP"/>
                <a:cs typeface="Noto Sans JP"/>
              </a:rPr>
              <a:t>根拠の版を追跡。AI提案と承認済み方針を区別し、人が承認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8D45409-375E-423A-B02C-2E15255A6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485900" y="4162425"/>
            <a:ext cx="9525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6454C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1DF4EEA-4F7A-491D-80F9-DBD4D6BD6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3434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3DFEF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20A4C35-4501-4315-822F-DD266185D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410075"/>
            <a:ext cx="171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07161C"/>
                </a:solidFill>
                <a:latin typeface="Noto Sans JP"/>
                <a:ea typeface="Noto Sans JP"/>
                <a:cs typeface="Noto Sans JP"/>
              </a:defRPr>
            </a:pPr>
            <a:r>
              <a:rPr sz="975" b="1">
                <a:solidFill>
                  <a:srgbClr val="07161C"/>
                </a:solidFill>
                <a:latin typeface="Noto Sans JP"/>
                <a:ea typeface="Noto Sans JP"/>
                <a:cs typeface="Noto Sans JP"/>
              </a:rPr>
              <a:t>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BED4DF3-0E27-4E13-876E-7D1D74DFE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4295775"/>
            <a:ext cx="9525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575" b="1">
                <a:solidFill>
                  <a:srgbClr val="EAF7F8"/>
                </a:solidFill>
                <a:latin typeface="Noto Sans JP"/>
                <a:ea typeface="Noto Sans JP"/>
                <a:cs typeface="Noto Sans JP"/>
              </a:defRPr>
            </a:pPr>
            <a:r>
              <a:rPr sz="1575" b="1">
                <a:solidFill>
                  <a:srgbClr val="EAF7F8"/>
                </a:solidFill>
                <a:latin typeface="Noto Sans JP"/>
                <a:ea typeface="Noto Sans JP"/>
                <a:cs typeface="Noto Sans JP"/>
              </a:rPr>
              <a:t>利用記録・保存期限・退職時のアクセス停止・バックアップを設計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4709009-E862-44DB-9E28-5A52773B7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485900" y="4838700"/>
            <a:ext cx="9525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6454C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66F3BD5-C2FF-4CF9-937A-6EB9C608C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01967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4BC72"/>
          </a:solidFill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B4F32FE-EE64-495B-8576-CDA797658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5086350"/>
            <a:ext cx="171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07161C"/>
                </a:solidFill>
                <a:latin typeface="Noto Sans JP"/>
                <a:ea typeface="Noto Sans JP"/>
                <a:cs typeface="Noto Sans JP"/>
              </a:defRPr>
            </a:pPr>
            <a:r>
              <a:rPr sz="975" b="1">
                <a:solidFill>
                  <a:srgbClr val="07161C"/>
                </a:solidFill>
                <a:latin typeface="Noto Sans JP"/>
                <a:ea typeface="Noto Sans JP"/>
                <a:cs typeface="Noto Sans JP"/>
              </a:rPr>
              <a:t>5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ED30796-EEC9-4F62-82DF-AAFA65072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4972050"/>
            <a:ext cx="9525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575" b="1">
                <a:solidFill>
                  <a:srgbClr val="EAF7F8"/>
                </a:solidFill>
                <a:latin typeface="Noto Sans JP"/>
                <a:ea typeface="Noto Sans JP"/>
                <a:cs typeface="Noto Sans JP"/>
              </a:defRPr>
            </a:pPr>
            <a:r>
              <a:rPr sz="1575" b="1">
                <a:solidFill>
                  <a:srgbClr val="EAF7F8"/>
                </a:solidFill>
                <a:latin typeface="Noto Sans JP"/>
                <a:ea typeface="Noto Sans JP"/>
                <a:cs typeface="Noto Sans JP"/>
              </a:rPr>
              <a:t>漏えい・誤承認をテスト。公開責任者・停止方法・更新担当を決定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BF7F292-D32B-4A9D-B255-7A77062C1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485900" y="5514975"/>
            <a:ext cx="9525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6454C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2139B19-FA28-423C-80F8-1AB04A6E2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27622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750" b="1">
                <a:solidFill>
                  <a:srgbClr val="557279"/>
                </a:solidFill>
                <a:latin typeface="Noto Sans JP"/>
                <a:ea typeface="Noto Sans JP"/>
                <a:cs typeface="Noto Sans JP"/>
              </a:defRPr>
            </a:pPr>
            <a:r>
              <a:rPr sz="750" b="1">
                <a:solidFill>
                  <a:srgbClr val="557279"/>
                </a:solidFill>
                <a:latin typeface="Noto Sans JP"/>
                <a:ea typeface="Noto Sans JP"/>
                <a:cs typeface="Noto Sans JP"/>
              </a:rPr>
              <a:t>AI NORIKO STARTER KIT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7F61DFB-CA55-4241-BBCD-0FE374C52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6467475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825" b="1">
                <a:solidFill>
                  <a:srgbClr val="63DFEF"/>
                </a:solidFill>
                <a:latin typeface="Noto Sans JP"/>
                <a:ea typeface="Noto Sans JP"/>
                <a:cs typeface="Noto Sans JP"/>
              </a:defRPr>
            </a:pPr>
            <a:r>
              <a:rPr sz="825" b="1">
                <a:solidFill>
                  <a:srgbClr val="63DFEF"/>
                </a:solidFill>
                <a:latin typeface="Noto Sans JP"/>
                <a:ea typeface="Noto Sans JP"/>
                <a:cs typeface="Noto Sans JP"/>
              </a:rPr>
              <a:t>38</a:t>
            </a:r>
          </a:p>
        </p:txBody>
      </p:sp>
    </p:spTree>
    <p:extLst>
      <p:ext uri="{BB962C8B-B14F-4D97-AF65-F5344CB8AC3E}">
        <p14:creationId xmlns:p14="http://schemas.microsoft.com/office/powerpoint/2010/main" val="1482643417"/>
      </p:ext>
    </p:extLst>
  </p:cSld>
</p:sld>
</file>

<file path=ppt/slides/slide39.xml><?xml version="1.0" encoding="utf-8"?>
<p:sld xmlns:p="http://schemas.openxmlformats.org/presentationml/2006/main">
  <p:cSld>
    <p:bg>
      <p:bgPr>
        <a:solidFill xmlns:a="http://schemas.openxmlformats.org/drawingml/2006/main">
          <a:srgbClr val="F7F4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6151F62-A1B2-4316-84B8-B1560D1F0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3429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138596"/>
                </a:solidFill>
                <a:latin typeface="Noto Sans JP"/>
                <a:ea typeface="Noto Sans JP"/>
                <a:cs typeface="Noto Sans JP"/>
              </a:defRPr>
            </a:pPr>
            <a:r>
              <a:rPr sz="975" b="1">
                <a:solidFill>
                  <a:srgbClr val="138596"/>
                </a:solidFill>
                <a:latin typeface="Noto Sans JP"/>
                <a:ea typeface="Noto Sans JP"/>
                <a:cs typeface="Noto Sans JP"/>
              </a:rPr>
              <a:t>05 / VALIDATION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8AB7FDA-6307-4DE7-A56F-32108E695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62000"/>
            <a:ext cx="10820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150" b="1">
                <a:solidFill>
                  <a:srgbClr val="07161C"/>
                </a:solidFill>
                <a:latin typeface="Noto Sans JP"/>
                <a:ea typeface="Noto Sans JP"/>
                <a:cs typeface="Noto Sans JP"/>
              </a:defRPr>
            </a:pPr>
            <a:r>
              <a:rPr sz="3150" b="1">
                <a:solidFill>
                  <a:srgbClr val="07161C"/>
                </a:solidFill>
                <a:latin typeface="Noto Sans JP"/>
                <a:ea typeface="Noto Sans JP"/>
                <a:cs typeface="Noto Sans JP"/>
              </a:rPr>
              <a:t>うまい返答より、安全に止まれるかを試す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2DC25B7-E183-4437-A271-308BA6FD7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495425"/>
            <a:ext cx="10287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425" b="0">
                <a:solidFill>
                  <a:srgbClr val="607579"/>
                </a:solidFill>
                <a:latin typeface="Noto Sans JP"/>
                <a:ea typeface="Noto Sans JP"/>
                <a:cs typeface="Noto Sans JP"/>
              </a:defRPr>
            </a:pPr>
            <a:r>
              <a:rPr sz="1425" b="0">
                <a:solidFill>
                  <a:srgbClr val="607579"/>
                </a:solidFill>
                <a:latin typeface="Noto Sans JP"/>
                <a:ea typeface="Noto Sans JP"/>
                <a:cs typeface="Noto Sans JP"/>
              </a:rPr>
              <a:t>P17で20問を用意。架空資料で試し、合否を記録します。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5D555F8-9B87-4D4D-9D15-FBA77BD14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85800" y="1971675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8D4CF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69D5C94-B41D-41AA-8D2B-F33EE1BF7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571750"/>
            <a:ext cx="571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75" b="1">
                <a:solidFill>
                  <a:srgbClr val="138596"/>
                </a:solidFill>
                <a:latin typeface="Noto Sans JP"/>
                <a:ea typeface="Noto Sans JP"/>
                <a:cs typeface="Noto Sans JP"/>
              </a:defRPr>
            </a:pPr>
            <a:r>
              <a:rPr sz="1275" b="1">
                <a:solidFill>
                  <a:srgbClr val="138596"/>
                </a:solidFill>
                <a:latin typeface="Noto Sans JP"/>
                <a:ea typeface="Noto Sans JP"/>
                <a:cs typeface="Noto Sans JP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044C5ED-8D15-4A9D-97F0-6CB5497A1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095625"/>
            <a:ext cx="2095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75" b="1">
                <a:solidFill>
                  <a:srgbClr val="07161C"/>
                </a:solidFill>
                <a:latin typeface="Noto Sans JP"/>
                <a:ea typeface="Noto Sans JP"/>
                <a:cs typeface="Noto Sans JP"/>
              </a:defRPr>
            </a:pPr>
            <a:r>
              <a:rPr sz="2175" b="1">
                <a:solidFill>
                  <a:srgbClr val="07161C"/>
                </a:solidFill>
                <a:latin typeface="Noto Sans JP"/>
                <a:ea typeface="Noto Sans JP"/>
                <a:cs typeface="Noto Sans JP"/>
              </a:rPr>
              <a:t>用意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F395770-8758-488A-9548-C30079C0E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733800"/>
            <a:ext cx="2095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75" b="0">
                <a:solidFill>
                  <a:srgbClr val="607579"/>
                </a:solidFill>
                <a:latin typeface="Noto Sans JP"/>
                <a:ea typeface="Noto Sans JP"/>
                <a:cs typeface="Noto Sans JP"/>
              </a:defRPr>
            </a:pPr>
            <a:r>
              <a:rPr sz="1275" b="0">
                <a:solidFill>
                  <a:srgbClr val="607579"/>
                </a:solidFill>
                <a:latin typeface="Noto Sans JP"/>
                <a:ea typeface="Noto Sans JP"/>
                <a:cs typeface="Noto Sans JP"/>
              </a:rPr>
              <a:t>通常・不足・矛盾・権限外の質問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D885E12-E6AA-4DFF-AB0C-0381C6A14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742950" y="4629150"/>
            <a:ext cx="2095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138596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8F25AAA-8983-41C9-938D-7CEFB5409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3514725"/>
            <a:ext cx="476250" cy="3619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C2D2CE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C24B9B4-DB3A-4547-ADBD-CB1FBE0BB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571750"/>
            <a:ext cx="571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75" b="1">
                <a:solidFill>
                  <a:srgbClr val="138596"/>
                </a:solidFill>
                <a:latin typeface="Noto Sans JP"/>
                <a:ea typeface="Noto Sans JP"/>
                <a:cs typeface="Noto Sans JP"/>
              </a:defRPr>
            </a:pPr>
            <a:r>
              <a:rPr sz="1275" b="1">
                <a:solidFill>
                  <a:srgbClr val="138596"/>
                </a:solidFill>
                <a:latin typeface="Noto Sans JP"/>
                <a:ea typeface="Noto Sans JP"/>
                <a:cs typeface="Noto Sans JP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8F5C227-9252-4540-ADA6-982A17BC0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095625"/>
            <a:ext cx="2095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75" b="1">
                <a:solidFill>
                  <a:srgbClr val="07161C"/>
                </a:solidFill>
                <a:latin typeface="Noto Sans JP"/>
                <a:ea typeface="Noto Sans JP"/>
                <a:cs typeface="Noto Sans JP"/>
              </a:defRPr>
            </a:pPr>
            <a:r>
              <a:rPr sz="2175" b="1">
                <a:solidFill>
                  <a:srgbClr val="07161C"/>
                </a:solidFill>
                <a:latin typeface="Noto Sans JP"/>
                <a:ea typeface="Noto Sans JP"/>
                <a:cs typeface="Noto Sans JP"/>
              </a:rPr>
              <a:t>照合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B5BBA2C-080B-4A8C-B4D0-24DF22992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733800"/>
            <a:ext cx="2095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75" b="0">
                <a:solidFill>
                  <a:srgbClr val="607579"/>
                </a:solidFill>
                <a:latin typeface="Noto Sans JP"/>
                <a:ea typeface="Noto Sans JP"/>
                <a:cs typeface="Noto Sans JP"/>
              </a:defRPr>
            </a:pPr>
            <a:r>
              <a:rPr sz="1275" b="0">
                <a:solidFill>
                  <a:srgbClr val="607579"/>
                </a:solidFill>
                <a:latin typeface="Noto Sans JP"/>
                <a:ea typeface="Noto Sans JP"/>
                <a:cs typeface="Noto Sans JP"/>
              </a:rPr>
              <a:t>回答と根拠・適用範囲を比較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B117D09-7091-496F-B1F3-8086AC8FF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3524250" y="4629150"/>
            <a:ext cx="2095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138596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29AC513-F0C1-4F1C-A636-A372BCC20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3514725"/>
            <a:ext cx="476250" cy="3619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C2D2CE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AEF7CBD-E844-454F-A2CE-1A0F978BF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571750"/>
            <a:ext cx="571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75" b="1">
                <a:solidFill>
                  <a:srgbClr val="138596"/>
                </a:solidFill>
                <a:latin typeface="Noto Sans JP"/>
                <a:ea typeface="Noto Sans JP"/>
                <a:cs typeface="Noto Sans JP"/>
              </a:defRPr>
            </a:pPr>
            <a:r>
              <a:rPr sz="1275" b="1">
                <a:solidFill>
                  <a:srgbClr val="138596"/>
                </a:solidFill>
                <a:latin typeface="Noto Sans JP"/>
                <a:ea typeface="Noto Sans JP"/>
                <a:cs typeface="Noto Sans JP"/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364A9AF-2254-42F3-BA95-34A2C6AC5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095625"/>
            <a:ext cx="2095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75" b="1">
                <a:solidFill>
                  <a:srgbClr val="07161C"/>
                </a:solidFill>
                <a:latin typeface="Noto Sans JP"/>
                <a:ea typeface="Noto Sans JP"/>
                <a:cs typeface="Noto Sans JP"/>
              </a:defRPr>
            </a:pPr>
            <a:r>
              <a:rPr sz="2175" b="1">
                <a:solidFill>
                  <a:srgbClr val="07161C"/>
                </a:solidFill>
                <a:latin typeface="Noto Sans JP"/>
                <a:ea typeface="Noto Sans JP"/>
                <a:cs typeface="Noto Sans JP"/>
              </a:rPr>
              <a:t>修正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9F1E291-74B6-4715-8ECF-E69F6E5F3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733800"/>
            <a:ext cx="2095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75" b="0">
                <a:solidFill>
                  <a:srgbClr val="607579"/>
                </a:solidFill>
                <a:latin typeface="Noto Sans JP"/>
                <a:ea typeface="Noto Sans JP"/>
                <a:cs typeface="Noto Sans JP"/>
              </a:defRPr>
            </a:pPr>
            <a:r>
              <a:rPr sz="1275" b="0">
                <a:solidFill>
                  <a:srgbClr val="607579"/>
                </a:solidFill>
                <a:latin typeface="Noto Sans JP"/>
                <a:ea typeface="Noto Sans JP"/>
                <a:cs typeface="Noto Sans JP"/>
              </a:rPr>
              <a:t>漏えい・誤承認は公開を止める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C19E983-E104-4998-9A56-FDCD27723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305550" y="4629150"/>
            <a:ext cx="2095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138596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A9B5F82-E2AF-4BD1-800B-1DA9C8061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514725"/>
            <a:ext cx="476250" cy="3619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C2D2CE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AEF9229-D1E7-43D9-B480-BF9BD38D6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2571750"/>
            <a:ext cx="571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75" b="1">
                <a:solidFill>
                  <a:srgbClr val="138596"/>
                </a:solidFill>
                <a:latin typeface="Noto Sans JP"/>
                <a:ea typeface="Noto Sans JP"/>
                <a:cs typeface="Noto Sans JP"/>
              </a:defRPr>
            </a:pPr>
            <a:r>
              <a:rPr sz="1275" b="1">
                <a:solidFill>
                  <a:srgbClr val="138596"/>
                </a:solidFill>
                <a:latin typeface="Noto Sans JP"/>
                <a:ea typeface="Noto Sans JP"/>
                <a:cs typeface="Noto Sans JP"/>
              </a:rPr>
              <a:t>04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F2B97F9-693D-4866-872D-D64F4DC94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3095625"/>
            <a:ext cx="2095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75" b="1">
                <a:solidFill>
                  <a:srgbClr val="07161C"/>
                </a:solidFill>
                <a:latin typeface="Noto Sans JP"/>
                <a:ea typeface="Noto Sans JP"/>
                <a:cs typeface="Noto Sans JP"/>
              </a:defRPr>
            </a:pPr>
            <a:r>
              <a:rPr sz="2175" b="1">
                <a:solidFill>
                  <a:srgbClr val="07161C"/>
                </a:solidFill>
                <a:latin typeface="Noto Sans JP"/>
                <a:ea typeface="Noto Sans JP"/>
                <a:cs typeface="Noto Sans JP"/>
              </a:rPr>
              <a:t>判断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52E9C63-DC47-4777-8A6A-D8993F951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3733800"/>
            <a:ext cx="2095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75" b="0">
                <a:solidFill>
                  <a:srgbClr val="607579"/>
                </a:solidFill>
                <a:latin typeface="Noto Sans JP"/>
                <a:ea typeface="Noto Sans JP"/>
                <a:cs typeface="Noto Sans JP"/>
              </a:defRPr>
            </a:pPr>
            <a:r>
              <a:rPr sz="1275" b="0">
                <a:solidFill>
                  <a:srgbClr val="607579"/>
                </a:solidFill>
                <a:latin typeface="Noto Sans JP"/>
                <a:ea typeface="Noto Sans JP"/>
                <a:cs typeface="Noto Sans JP"/>
              </a:rPr>
              <a:t>責任者が公開可否と運用を決める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F22D06C-58BA-403C-B127-2980D1DAA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9086850" y="4629150"/>
            <a:ext cx="2095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E4BC72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4587F47-868D-4A49-BCD9-237F0F39A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314950"/>
            <a:ext cx="99060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D4CF"/>
            </a:solidFill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425" b="1">
                <a:solidFill>
                  <a:srgbClr val="138596"/>
                </a:solidFill>
                <a:latin typeface="Noto Sans JP"/>
                <a:ea typeface="Noto Sans JP"/>
                <a:cs typeface="Noto Sans JP"/>
              </a:defRPr>
            </a:pPr>
            <a:r>
              <a:rPr sz="1425" b="1">
                <a:solidFill>
                  <a:srgbClr val="138596"/>
                </a:solidFill>
                <a:latin typeface="Noto Sans JP"/>
                <a:ea typeface="Noto Sans JP"/>
                <a:cs typeface="Noto Sans JP"/>
              </a:rPr>
              <a:t>資料内の不正な指示に従わないかも検証。プロンプトやフォルダ名は権限制御ではない。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D1389C8-5F24-4412-AD61-1E42319D7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27622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750" b="1">
                <a:solidFill>
                  <a:srgbClr val="7C908E"/>
                </a:solidFill>
                <a:latin typeface="Noto Sans JP"/>
                <a:ea typeface="Noto Sans JP"/>
                <a:cs typeface="Noto Sans JP"/>
              </a:defRPr>
            </a:pPr>
            <a:r>
              <a:rPr sz="750" b="1">
                <a:solidFill>
                  <a:srgbClr val="7C908E"/>
                </a:solidFill>
                <a:latin typeface="Noto Sans JP"/>
                <a:ea typeface="Noto Sans JP"/>
                <a:cs typeface="Noto Sans JP"/>
              </a:rPr>
              <a:t>AI NORIKO STARTER KIT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1A01BF4-C9F6-4807-8897-4B9BFE073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6467475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825" b="1">
                <a:solidFill>
                  <a:srgbClr val="138596"/>
                </a:solidFill>
                <a:latin typeface="Noto Sans JP"/>
                <a:ea typeface="Noto Sans JP"/>
                <a:cs typeface="Noto Sans JP"/>
              </a:defRPr>
            </a:pPr>
            <a:r>
              <a:rPr sz="825" b="1">
                <a:solidFill>
                  <a:srgbClr val="138596"/>
                </a:solidFill>
                <a:latin typeface="Noto Sans JP"/>
                <a:ea typeface="Noto Sans JP"/>
                <a:cs typeface="Noto Sans JP"/>
              </a:rPr>
              <a:t>39</a:t>
            </a:r>
          </a:p>
        </p:txBody>
      </p:sp>
    </p:spTree>
    <p:extLst>
      <p:ext uri="{BB962C8B-B14F-4D97-AF65-F5344CB8AC3E}">
        <p14:creationId xmlns:p14="http://schemas.microsoft.com/office/powerpoint/2010/main" val="654813812"/>
      </p:ext>
    </p:extLst>
  </p:cSld>
</p:sld>
</file>

<file path=ppt/slides/slide40.xml><?xml version="1.0" encoding="utf-8"?>
<p:sld xmlns:p="http://schemas.openxmlformats.org/presentationml/2006/main">
  <p:cSld>
    <p:bg>
      <p:bgPr>
        <a:solidFill xmlns:a="http://schemas.openxmlformats.org/drawingml/2006/main">
          <a:srgbClr val="F7F4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00E6476-B9B3-4FE2-BBAE-CCD6E2C2E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3429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138596"/>
                </a:solidFill>
                <a:latin typeface="Noto Sans JP"/>
                <a:ea typeface="Noto Sans JP"/>
                <a:cs typeface="Noto Sans JP"/>
              </a:defRPr>
            </a:pPr>
            <a:r>
              <a:rPr sz="975" b="1">
                <a:solidFill>
                  <a:srgbClr val="138596"/>
                </a:solidFill>
                <a:latin typeface="Noto Sans JP"/>
                <a:ea typeface="Noto Sans JP"/>
                <a:cs typeface="Noto Sans JP"/>
              </a:rPr>
              <a:t>05 / TROUBLE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3BE9439-D3DF-44EA-9B6C-460A5A735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62000"/>
            <a:ext cx="10820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150" b="1">
                <a:solidFill>
                  <a:srgbClr val="07161C"/>
                </a:solidFill>
                <a:latin typeface="Noto Sans JP"/>
                <a:ea typeface="Noto Sans JP"/>
                <a:cs typeface="Noto Sans JP"/>
              </a:defRPr>
            </a:pPr>
            <a:r>
              <a:rPr sz="3150" b="1">
                <a:solidFill>
                  <a:srgbClr val="07161C"/>
                </a:solidFill>
                <a:latin typeface="Noto Sans JP"/>
                <a:ea typeface="Noto Sans JP"/>
                <a:cs typeface="Noto Sans JP"/>
              </a:rPr>
              <a:t>よくある「動かない」は、ここを見る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0BF9CED-BB05-4B85-B1F7-FE6042A8B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495425"/>
            <a:ext cx="10287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425" b="0">
                <a:solidFill>
                  <a:srgbClr val="607579"/>
                </a:solidFill>
                <a:latin typeface="Noto Sans JP"/>
                <a:ea typeface="Noto Sans JP"/>
                <a:cs typeface="Noto Sans JP"/>
              </a:defRPr>
            </a:pPr>
            <a:r>
              <a:rPr sz="1425" b="0">
                <a:solidFill>
                  <a:srgbClr val="607579"/>
                </a:solidFill>
                <a:latin typeface="Noto Sans JP"/>
                <a:ea typeface="Noto Sans JP"/>
                <a:cs typeface="Noto Sans JP"/>
              </a:rPr>
              <a:t>受講者ページにも同じ確認表があります。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F1FAFBE-95FC-4980-B89E-ED95C513C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85800" y="1971675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8D4CF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6C0DEFA-2477-4867-BAB1-9A530AEF3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333625"/>
            <a:ext cx="2724150" cy="4953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D4CF"/>
            </a:solidFill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425" b="1">
                <a:solidFill>
                  <a:srgbClr val="07161C"/>
                </a:solidFill>
                <a:latin typeface="Noto Sans JP"/>
                <a:ea typeface="Noto Sans JP"/>
                <a:cs typeface="Noto Sans JP"/>
              </a:defRPr>
            </a:pPr>
            <a:r>
              <a:rPr sz="1425" b="1">
                <a:solidFill>
                  <a:srgbClr val="07161C"/>
                </a:solidFill>
                <a:latin typeface="Noto Sans JP"/>
                <a:ea typeface="Noto Sans JP"/>
                <a:cs typeface="Noto Sans JP"/>
              </a:rPr>
              <a:t>起動しない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26116BD-D851-4D54-BC6A-32B4F6D55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2333625"/>
            <a:ext cx="7372350" cy="4953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D4CF"/>
            </a:solidFill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75" b="0">
                <a:solidFill>
                  <a:srgbClr val="607579"/>
                </a:solidFill>
                <a:latin typeface="Noto Sans JP"/>
                <a:ea typeface="Noto Sans JP"/>
                <a:cs typeface="Noto Sans JP"/>
              </a:defRPr>
            </a:pPr>
            <a:r>
              <a:rPr sz="1275" b="0">
                <a:solidFill>
                  <a:srgbClr val="607579"/>
                </a:solidFill>
                <a:latin typeface="Noto Sans JP"/>
                <a:ea typeface="Noto Sans JP"/>
                <a:cs typeface="Noto Sans JP"/>
              </a:rPr>
              <a:t>ZIP展開 / Node.js / 診断結果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9A1DED9-3876-455F-8BB8-CBD6005B8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000375"/>
            <a:ext cx="2724150" cy="4953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D4CF"/>
            </a:solidFill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425" b="1">
                <a:solidFill>
                  <a:srgbClr val="07161C"/>
                </a:solidFill>
                <a:latin typeface="Noto Sans JP"/>
                <a:ea typeface="Noto Sans JP"/>
                <a:cs typeface="Noto Sans JP"/>
              </a:defRPr>
            </a:pPr>
            <a:r>
              <a:rPr sz="1425" b="1">
                <a:solidFill>
                  <a:srgbClr val="07161C"/>
                </a:solidFill>
                <a:latin typeface="Noto Sans JP"/>
                <a:ea typeface="Noto Sans JP"/>
                <a:cs typeface="Noto Sans JP"/>
              </a:rPr>
              <a:t>予定がないと言う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5125B6D-A9F0-427C-800C-8CF491780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3000375"/>
            <a:ext cx="7372350" cy="4953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D4CF"/>
            </a:solidFill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75" b="0">
                <a:solidFill>
                  <a:srgbClr val="607579"/>
                </a:solidFill>
                <a:latin typeface="Noto Sans JP"/>
                <a:ea typeface="Noto Sans JP"/>
                <a:cs typeface="Noto Sans JP"/>
              </a:defRPr>
            </a:pPr>
            <a:r>
              <a:rPr sz="1275" b="0">
                <a:solidFill>
                  <a:srgbClr val="607579"/>
                </a:solidFill>
                <a:latin typeface="Noto Sans JP"/>
                <a:ea typeface="Noto Sans JP"/>
                <a:cs typeface="Noto Sans JP"/>
              </a:rPr>
              <a:t>Google連携 / 参照先 / 検索期間 / 表記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1A06821-A706-4C2A-BDF5-A20D73576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667125"/>
            <a:ext cx="2724150" cy="4953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D4CF"/>
            </a:solidFill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425" b="1">
                <a:solidFill>
                  <a:srgbClr val="07161C"/>
                </a:solidFill>
                <a:latin typeface="Noto Sans JP"/>
                <a:ea typeface="Noto Sans JP"/>
                <a:cs typeface="Noto Sans JP"/>
              </a:defRPr>
            </a:pPr>
            <a:r>
              <a:rPr sz="1425" b="1">
                <a:solidFill>
                  <a:srgbClr val="07161C"/>
                </a:solidFill>
                <a:latin typeface="Noto Sans JP"/>
                <a:ea typeface="Noto Sans JP"/>
                <a:cs typeface="Noto Sans JP"/>
              </a:rPr>
              <a:t>相談の返事がない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79F9A49-2061-4E50-B429-419394B46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3667125"/>
            <a:ext cx="7372350" cy="4953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D4CF"/>
            </a:solidFill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75" b="0">
                <a:solidFill>
                  <a:srgbClr val="607579"/>
                </a:solidFill>
                <a:latin typeface="Noto Sans JP"/>
                <a:ea typeface="Noto Sans JP"/>
                <a:cs typeface="Noto Sans JP"/>
              </a:defRPr>
            </a:pPr>
            <a:r>
              <a:rPr sz="1275" b="0">
                <a:solidFill>
                  <a:srgbClr val="607579"/>
                </a:solidFill>
                <a:latin typeface="Noto Sans JP"/>
                <a:ea typeface="Noto Sans JP"/>
                <a:cs typeface="Noto Sans JP"/>
              </a:rPr>
              <a:t>AIモデル起動 / モデル名 / サンプル知識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70462BD-F17B-4244-B865-A49EF8AD9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333875"/>
            <a:ext cx="2724150" cy="4953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D4CF"/>
            </a:solidFill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425" b="1">
                <a:solidFill>
                  <a:srgbClr val="07161C"/>
                </a:solidFill>
                <a:latin typeface="Noto Sans JP"/>
                <a:ea typeface="Noto Sans JP"/>
                <a:cs typeface="Noto Sans JP"/>
              </a:defRPr>
            </a:pPr>
            <a:r>
              <a:rPr sz="1425" b="1">
                <a:solidFill>
                  <a:srgbClr val="07161C"/>
                </a:solidFill>
                <a:latin typeface="Noto Sans JP"/>
                <a:ea typeface="Noto Sans JP"/>
                <a:cs typeface="Noto Sans JP"/>
              </a:rPr>
              <a:t>声が重なる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7F1923C-A32F-4102-9F99-419E10F10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4333875"/>
            <a:ext cx="7372350" cy="4953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D4CF"/>
            </a:solidFill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75" b="0">
                <a:solidFill>
                  <a:srgbClr val="607579"/>
                </a:solidFill>
                <a:latin typeface="Noto Sans JP"/>
                <a:ea typeface="Noto Sans JP"/>
                <a:cs typeface="Noto Sans JP"/>
              </a:defRPr>
            </a:pPr>
            <a:r>
              <a:rPr sz="1275" b="0">
                <a:solidFill>
                  <a:srgbClr val="607579"/>
                </a:solidFill>
                <a:latin typeface="Noto Sans JP"/>
                <a:ea typeface="Noto Sans JP"/>
                <a:cs typeface="Noto Sans JP"/>
              </a:rPr>
              <a:t>前の読み上げ停止 / ミュート / 音量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7F7FF8B-AF47-479A-9CD6-7F5E9E92F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000625"/>
            <a:ext cx="2724150" cy="4953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FFF1C9"/>
          </a:solidFill>
          <a:ln xmlns:a="http://schemas.openxmlformats.org/drawingml/2006/main" w="9525">
            <a:solidFill>
              <a:srgbClr val="DCB967"/>
            </a:solidFill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425" b="1">
                <a:solidFill>
                  <a:srgbClr val="07161C"/>
                </a:solidFill>
                <a:latin typeface="Noto Sans JP"/>
                <a:ea typeface="Noto Sans JP"/>
                <a:cs typeface="Noto Sans JP"/>
              </a:defRPr>
            </a:pPr>
            <a:r>
              <a:rPr sz="1425" b="1">
                <a:solidFill>
                  <a:srgbClr val="07161C"/>
                </a:solidFill>
                <a:latin typeface="Noto Sans JP"/>
                <a:ea typeface="Noto Sans JP"/>
                <a:cs typeface="Noto Sans JP"/>
              </a:rPr>
              <a:t>有料画面が出た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F1355C4-D0E5-445A-B907-900640D66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5000625"/>
            <a:ext cx="7372350" cy="4953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D4CF"/>
            </a:solidFill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75" b="0">
                <a:solidFill>
                  <a:srgbClr val="607579"/>
                </a:solidFill>
                <a:latin typeface="Noto Sans JP"/>
                <a:ea typeface="Noto Sans JP"/>
                <a:cs typeface="Noto Sans JP"/>
              </a:defRPr>
            </a:pPr>
            <a:r>
              <a:rPr sz="1275" b="0">
                <a:solidFill>
                  <a:srgbClr val="607579"/>
                </a:solidFill>
                <a:latin typeface="Noto Sans JP"/>
                <a:ea typeface="Noto Sans JP"/>
                <a:cs typeface="Noto Sans JP"/>
              </a:rPr>
              <a:t>その場で止める / 契約内容を確認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ACB3CBB-231D-4607-9EB1-4302420C7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5791200"/>
            <a:ext cx="7810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425" b="1">
                <a:solidFill>
                  <a:srgbClr val="138596"/>
                </a:solidFill>
                <a:latin typeface="Noto Sans JP"/>
                <a:ea typeface="Noto Sans JP"/>
                <a:cs typeface="Noto Sans JP"/>
              </a:defRPr>
            </a:pPr>
            <a:r>
              <a:rPr sz="1425" b="1">
                <a:solidFill>
                  <a:srgbClr val="138596"/>
                </a:solidFill>
                <a:latin typeface="Noto Sans JP"/>
                <a:ea typeface="Noto Sans JP"/>
                <a:cs typeface="Noto Sans JP"/>
              </a:rPr>
              <a:t>キーや個人情報を隠してエラーを共有。詳しくはTROUBLESHOOTING.mdへ。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6794C0C-51A0-4492-9B2A-ED15474D0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27622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750" b="1">
                <a:solidFill>
                  <a:srgbClr val="7C908E"/>
                </a:solidFill>
                <a:latin typeface="Noto Sans JP"/>
                <a:ea typeface="Noto Sans JP"/>
                <a:cs typeface="Noto Sans JP"/>
              </a:defRPr>
            </a:pPr>
            <a:r>
              <a:rPr sz="750" b="1">
                <a:solidFill>
                  <a:srgbClr val="7C908E"/>
                </a:solidFill>
                <a:latin typeface="Noto Sans JP"/>
                <a:ea typeface="Noto Sans JP"/>
                <a:cs typeface="Noto Sans JP"/>
              </a:rPr>
              <a:t>AI NORIKO STARTER KIT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0EF18AF-FD7E-4C32-A1A1-8F5620AC2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6467475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825" b="1">
                <a:solidFill>
                  <a:srgbClr val="138596"/>
                </a:solidFill>
                <a:latin typeface="Noto Sans JP"/>
                <a:ea typeface="Noto Sans JP"/>
                <a:cs typeface="Noto Sans JP"/>
              </a:defRPr>
            </a:pPr>
            <a:r>
              <a:rPr sz="825" b="1">
                <a:solidFill>
                  <a:srgbClr val="138596"/>
                </a:solidFill>
                <a:latin typeface="Noto Sans JP"/>
                <a:ea typeface="Noto Sans JP"/>
                <a:cs typeface="Noto Sans JP"/>
              </a:rPr>
              <a:t>40</a:t>
            </a:r>
          </a:p>
        </p:txBody>
      </p:sp>
    </p:spTree>
    <p:extLst>
      <p:ext uri="{BB962C8B-B14F-4D97-AF65-F5344CB8AC3E}">
        <p14:creationId xmlns:p14="http://schemas.microsoft.com/office/powerpoint/2010/main" val="867597256"/>
      </p:ext>
    </p:extLst>
  </p:cSld>
</p:sld>
</file>

<file path=ppt/slides/slide41.xml><?xml version="1.0" encoding="utf-8"?>
<p:sld xmlns:p="http://schemas.openxmlformats.org/presentationml/2006/main">
  <p:cSld>
    <p:bg>
      <p:bgPr>
        <a:solidFill xmlns:a="http://schemas.openxmlformats.org/drawingml/2006/main">
          <a:srgbClr val="07161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3109201-5D63-42B0-B2F2-53BE75458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3429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63DFEF"/>
                </a:solidFill>
                <a:latin typeface="Noto Sans JP"/>
                <a:ea typeface="Noto Sans JP"/>
                <a:cs typeface="Noto Sans JP"/>
              </a:defRPr>
            </a:pPr>
            <a:r>
              <a:rPr sz="975" b="1">
                <a:solidFill>
                  <a:srgbClr val="63DFEF"/>
                </a:solidFill>
                <a:latin typeface="Noto Sans JP"/>
                <a:ea typeface="Noto Sans JP"/>
                <a:cs typeface="Noto Sans JP"/>
              </a:rPr>
              <a:t>05 / SAFETY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106B1A5-B453-48FD-9AE9-6BF1EE91A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62000"/>
            <a:ext cx="10820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150" b="1">
                <a:solidFill>
                  <a:srgbClr val="EAF7F8"/>
                </a:solidFill>
                <a:latin typeface="Noto Sans JP"/>
                <a:ea typeface="Noto Sans JP"/>
                <a:cs typeface="Noto Sans JP"/>
              </a:defRPr>
            </a:pPr>
            <a:r>
              <a:rPr sz="3150" b="1">
                <a:solidFill>
                  <a:srgbClr val="EAF7F8"/>
                </a:solidFill>
                <a:latin typeface="Noto Sans JP"/>
                <a:ea typeface="Noto Sans JP"/>
                <a:cs typeface="Noto Sans JP"/>
              </a:rPr>
              <a:t>安全に使うための5つのルール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BAD49A7-7DE1-40AA-817C-94F6C0600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495425"/>
            <a:ext cx="10287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425" b="0">
                <a:solidFill>
                  <a:srgbClr val="8FA8AD"/>
                </a:solidFill>
                <a:latin typeface="Noto Sans JP"/>
                <a:ea typeface="Noto Sans JP"/>
                <a:cs typeface="Noto Sans JP"/>
              </a:defRPr>
            </a:pPr>
            <a:r>
              <a:rPr sz="1425" b="0">
                <a:solidFill>
                  <a:srgbClr val="8FA8AD"/>
                </a:solidFill>
                <a:latin typeface="Noto Sans JP"/>
                <a:ea typeface="Noto Sans JP"/>
                <a:cs typeface="Noto Sans JP"/>
              </a:rPr>
              <a:t>便利さより先に、守る範囲を決めます。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DCA5FD5-8ADC-4F74-8B84-97979F8D7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85800" y="1971675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34149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F928BAD-D09C-4DB6-B41B-0574F90A1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31457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3DFEF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29ED168-E465-4C98-BB01-C060693E0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381250"/>
            <a:ext cx="171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07161C"/>
                </a:solidFill>
                <a:latin typeface="Noto Sans JP"/>
                <a:ea typeface="Noto Sans JP"/>
                <a:cs typeface="Noto Sans JP"/>
              </a:defRPr>
            </a:pPr>
            <a:r>
              <a:rPr sz="975" b="1">
                <a:solidFill>
                  <a:srgbClr val="07161C"/>
                </a:solidFill>
                <a:latin typeface="Noto Sans JP"/>
                <a:ea typeface="Noto Sans JP"/>
                <a:cs typeface="Noto Sans JP"/>
              </a:rPr>
              <a:t>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F731579-7CC7-44D6-B80E-902B6E45C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2266950"/>
            <a:ext cx="9525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575" b="1">
                <a:solidFill>
                  <a:srgbClr val="EAF7F8"/>
                </a:solidFill>
                <a:latin typeface="Noto Sans JP"/>
                <a:ea typeface="Noto Sans JP"/>
                <a:cs typeface="Noto Sans JP"/>
              </a:defRPr>
            </a:pPr>
            <a:r>
              <a:rPr sz="1575" b="1">
                <a:solidFill>
                  <a:srgbClr val="EAF7F8"/>
                </a:solidFill>
                <a:latin typeface="Noto Sans JP"/>
                <a:ea typeface="Noto Sans JP"/>
                <a:cs typeface="Noto Sans JP"/>
              </a:rPr>
              <a:t>APIキー・パスワード・認証JSONをチャットへ貼らない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B67F0ED-9FAD-4724-B742-5CD6ECBF1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485900" y="2809875"/>
            <a:ext cx="9525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6454C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1CF1D1D-EB74-437A-B59F-812BE7F7E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99085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3DFEF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991FF53-4129-4770-90BD-159561EA0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057525"/>
            <a:ext cx="171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07161C"/>
                </a:solidFill>
                <a:latin typeface="Noto Sans JP"/>
                <a:ea typeface="Noto Sans JP"/>
                <a:cs typeface="Noto Sans JP"/>
              </a:defRPr>
            </a:pPr>
            <a:r>
              <a:rPr sz="975" b="1">
                <a:solidFill>
                  <a:srgbClr val="07161C"/>
                </a:solidFill>
                <a:latin typeface="Noto Sans JP"/>
                <a:ea typeface="Noto Sans JP"/>
                <a:cs typeface="Noto Sans JP"/>
              </a:rPr>
              <a:t>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B3D31BC-0B76-45E6-B4DB-26687D889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2943225"/>
            <a:ext cx="9525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575" b="1">
                <a:solidFill>
                  <a:srgbClr val="EAF7F8"/>
                </a:solidFill>
                <a:latin typeface="Noto Sans JP"/>
                <a:ea typeface="Noto Sans JP"/>
                <a:cs typeface="Noto Sans JP"/>
              </a:defRPr>
            </a:pPr>
            <a:r>
              <a:rPr sz="1575" b="1">
                <a:solidFill>
                  <a:srgbClr val="EAF7F8"/>
                </a:solidFill>
                <a:latin typeface="Noto Sans JP"/>
                <a:ea typeface="Noto Sans JP"/>
                <a:cs typeface="Noto Sans JP"/>
              </a:rPr>
              <a:t>ログイン・契約・課金は、本人確認なしに進めない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792B965-6035-4472-94AD-3FB1BFEA7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485900" y="3486150"/>
            <a:ext cx="9525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6454C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8663F8C-427D-41A6-9E81-93A7A0D71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66712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3DFEF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6D77002-F017-4E13-8D5D-32F81CC7A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733800"/>
            <a:ext cx="171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07161C"/>
                </a:solidFill>
                <a:latin typeface="Noto Sans JP"/>
                <a:ea typeface="Noto Sans JP"/>
                <a:cs typeface="Noto Sans JP"/>
              </a:defRPr>
            </a:pPr>
            <a:r>
              <a:rPr sz="975" b="1">
                <a:solidFill>
                  <a:srgbClr val="07161C"/>
                </a:solidFill>
                <a:latin typeface="Noto Sans JP"/>
                <a:ea typeface="Noto Sans JP"/>
                <a:cs typeface="Noto Sans JP"/>
              </a:rPr>
              <a:t>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4C8ABF7-345F-4634-AB00-3FFDF7061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3619500"/>
            <a:ext cx="9525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575" b="1">
                <a:solidFill>
                  <a:srgbClr val="EAF7F8"/>
                </a:solidFill>
                <a:latin typeface="Noto Sans JP"/>
                <a:ea typeface="Noto Sans JP"/>
                <a:cs typeface="Noto Sans JP"/>
              </a:defRPr>
            </a:pPr>
            <a:r>
              <a:rPr sz="1575" b="1">
                <a:solidFill>
                  <a:srgbClr val="EAF7F8"/>
                </a:solidFill>
                <a:latin typeface="Noto Sans JP"/>
                <a:ea typeface="Noto Sans JP"/>
                <a:cs typeface="Noto Sans JP"/>
              </a:rPr>
              <a:t>外部AI・音声へ送る情報と、保存・共有してよい範囲を確認する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8D45409-375E-423A-B02C-2E15255A6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485900" y="4162425"/>
            <a:ext cx="9525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6454C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1DF4EEA-4F7A-491D-80F9-DBD4D6BD6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3434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3DFEF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20A4C35-4501-4315-822F-DD266185D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410075"/>
            <a:ext cx="171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07161C"/>
                </a:solidFill>
                <a:latin typeface="Noto Sans JP"/>
                <a:ea typeface="Noto Sans JP"/>
                <a:cs typeface="Noto Sans JP"/>
              </a:defRPr>
            </a:pPr>
            <a:r>
              <a:rPr sz="975" b="1">
                <a:solidFill>
                  <a:srgbClr val="07161C"/>
                </a:solidFill>
                <a:latin typeface="Noto Sans JP"/>
                <a:ea typeface="Noto Sans JP"/>
                <a:cs typeface="Noto Sans JP"/>
              </a:rPr>
              <a:t>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BED4DF3-0E27-4E13-876E-7D1D74DFE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4295775"/>
            <a:ext cx="9525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575" b="1">
                <a:solidFill>
                  <a:srgbClr val="EAF7F8"/>
                </a:solidFill>
                <a:latin typeface="Noto Sans JP"/>
                <a:ea typeface="Noto Sans JP"/>
                <a:cs typeface="Noto Sans JP"/>
              </a:defRPr>
            </a:pPr>
            <a:r>
              <a:rPr sz="1575" b="1">
                <a:solidFill>
                  <a:srgbClr val="EAF7F8"/>
                </a:solidFill>
                <a:latin typeface="Noto Sans JP"/>
                <a:ea typeface="Noto Sans JP"/>
                <a:cs typeface="Noto Sans JP"/>
              </a:rPr>
              <a:t>予定の削除・変更・送信は、実行前に確認する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4709009-E862-44DB-9E28-5A52773B7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485900" y="4838700"/>
            <a:ext cx="9525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6454C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66F3BD5-C2FF-4CF9-937A-6EB9C608C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01967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4BC72"/>
          </a:solidFill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B4F32FE-EE64-495B-8576-CDA797658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5086350"/>
            <a:ext cx="171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07161C"/>
                </a:solidFill>
                <a:latin typeface="Noto Sans JP"/>
                <a:ea typeface="Noto Sans JP"/>
                <a:cs typeface="Noto Sans JP"/>
              </a:defRPr>
            </a:pPr>
            <a:r>
              <a:rPr sz="975" b="1">
                <a:solidFill>
                  <a:srgbClr val="07161C"/>
                </a:solidFill>
                <a:latin typeface="Noto Sans JP"/>
                <a:ea typeface="Noto Sans JP"/>
                <a:cs typeface="Noto Sans JP"/>
              </a:rPr>
              <a:t>5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ED30796-EEC9-4F62-82DF-AAFA65072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4972050"/>
            <a:ext cx="9525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575" b="1">
                <a:solidFill>
                  <a:srgbClr val="EAF7F8"/>
                </a:solidFill>
                <a:latin typeface="Noto Sans JP"/>
                <a:ea typeface="Noto Sans JP"/>
                <a:cs typeface="Noto Sans JP"/>
              </a:defRPr>
            </a:pPr>
            <a:r>
              <a:rPr sz="1575" b="1">
                <a:solidFill>
                  <a:srgbClr val="EAF7F8"/>
                </a:solidFill>
                <a:latin typeface="Noto Sans JP"/>
                <a:ea typeface="Noto Sans JP"/>
                <a:cs typeface="Noto Sans JP"/>
              </a:rPr>
              <a:t>AIの回答は下書き。出典・権利・事実を確認してから使う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BF7F292-D32B-4A9D-B255-7A77062C1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485900" y="5514975"/>
            <a:ext cx="9525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6454C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2139B19-FA28-423C-80F8-1AB04A6E2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27622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750" b="1">
                <a:solidFill>
                  <a:srgbClr val="557279"/>
                </a:solidFill>
                <a:latin typeface="Noto Sans JP"/>
                <a:ea typeface="Noto Sans JP"/>
                <a:cs typeface="Noto Sans JP"/>
              </a:defRPr>
            </a:pPr>
            <a:r>
              <a:rPr sz="750" b="1">
                <a:solidFill>
                  <a:srgbClr val="557279"/>
                </a:solidFill>
                <a:latin typeface="Noto Sans JP"/>
                <a:ea typeface="Noto Sans JP"/>
                <a:cs typeface="Noto Sans JP"/>
              </a:rPr>
              <a:t>AI NORIKO STARTER KIT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7F61DFB-CA55-4241-BBCD-0FE374C52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6467475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825" b="1">
                <a:solidFill>
                  <a:srgbClr val="63DFEF"/>
                </a:solidFill>
                <a:latin typeface="Noto Sans JP"/>
                <a:ea typeface="Noto Sans JP"/>
                <a:cs typeface="Noto Sans JP"/>
              </a:defRPr>
            </a:pPr>
            <a:r>
              <a:rPr sz="825" b="1">
                <a:solidFill>
                  <a:srgbClr val="63DFEF"/>
                </a:solidFill>
                <a:latin typeface="Noto Sans JP"/>
                <a:ea typeface="Noto Sans JP"/>
                <a:cs typeface="Noto Sans JP"/>
              </a:rPr>
              <a:t>41</a:t>
            </a:r>
          </a:p>
        </p:txBody>
      </p:sp>
    </p:spTree>
    <p:extLst>
      <p:ext uri="{BB962C8B-B14F-4D97-AF65-F5344CB8AC3E}">
        <p14:creationId xmlns:p14="http://schemas.microsoft.com/office/powerpoint/2010/main" val="1482643417"/>
      </p:ext>
    </p:extLst>
  </p:cSld>
</p:sld>
</file>

<file path=ppt/slides/slide42.xml><?xml version="1.0" encoding="utf-8"?>
<p:sld xmlns:p="http://schemas.openxmlformats.org/presentationml/2006/main">
  <p:cSld>
    <p:bg>
      <p:bgPr>
        <a:solidFill xmlns:a="http://schemas.openxmlformats.org/drawingml/2006/main">
          <a:srgbClr val="F7F4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77C3514-8785-4EB7-840B-E4C47A928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3429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138596"/>
                </a:solidFill>
                <a:latin typeface="Noto Sans JP"/>
                <a:ea typeface="Noto Sans JP"/>
                <a:cs typeface="Noto Sans JP"/>
              </a:defRPr>
            </a:pPr>
            <a:r>
              <a:rPr sz="975" b="1">
                <a:solidFill>
                  <a:srgbClr val="138596"/>
                </a:solidFill>
                <a:latin typeface="Noto Sans JP"/>
                <a:ea typeface="Noto Sans JP"/>
                <a:cs typeface="Noto Sans JP"/>
              </a:rPr>
              <a:t>06 / BUSINESS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DB78FCF-D1C7-452C-B11E-14056BE34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62000"/>
            <a:ext cx="10820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150" b="1">
                <a:solidFill>
                  <a:srgbClr val="07161C"/>
                </a:solidFill>
                <a:latin typeface="Noto Sans JP"/>
                <a:ea typeface="Noto Sans JP"/>
                <a:cs typeface="Noto Sans JP"/>
              </a:defRPr>
            </a:pPr>
            <a:r>
              <a:rPr sz="3150" b="1">
                <a:solidFill>
                  <a:srgbClr val="07161C"/>
                </a:solidFill>
                <a:latin typeface="Noto Sans JP"/>
                <a:ea typeface="Noto Sans JP"/>
                <a:cs typeface="Noto Sans JP"/>
              </a:rPr>
              <a:t>販売するのはフォルダではなく、使える変化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A98C537-884F-40A5-9138-AE6488EDF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495425"/>
            <a:ext cx="10287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425" b="0">
                <a:solidFill>
                  <a:srgbClr val="607579"/>
                </a:solidFill>
                <a:latin typeface="Noto Sans JP"/>
                <a:ea typeface="Noto Sans JP"/>
                <a:cs typeface="Noto Sans JP"/>
              </a:defRPr>
            </a:pPr>
            <a:r>
              <a:rPr sz="1425" b="0">
                <a:solidFill>
                  <a:srgbClr val="607579"/>
                </a:solidFill>
                <a:latin typeface="Noto Sans JP"/>
                <a:ea typeface="Noto Sans JP"/>
                <a:cs typeface="Noto Sans JP"/>
              </a:rPr>
              <a:t>導入・活用・定着の支援に価値を乗せます。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45E453A-17A6-4525-8202-D28240853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85800" y="1971675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8D4CF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0A49BC0-E650-4920-9A72-7CB950E1E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543175"/>
            <a:ext cx="2952750" cy="2209800"/>
          </a:xfrm>
          <a:prstGeom xmlns:a="http://schemas.openxmlformats.org/drawingml/2006/main" prst="roundRect">
            <a:avLst>
              <a:gd name="adj" fmla="val 34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D4C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2FF9129-2179-4504-ACD2-CEE3BA816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7622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138596"/>
                </a:solidFill>
                <a:latin typeface="Noto Sans JP"/>
                <a:ea typeface="Noto Sans JP"/>
                <a:cs typeface="Noto Sans JP"/>
              </a:defRPr>
            </a:pPr>
            <a:r>
              <a:rPr sz="1050" b="1">
                <a:solidFill>
                  <a:srgbClr val="138596"/>
                </a:solidFill>
                <a:latin typeface="Noto Sans JP"/>
                <a:ea typeface="Noto Sans JP"/>
                <a:cs typeface="Noto Sans JP"/>
              </a:rPr>
              <a:t>BEFORE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500926C-CFF9-46B5-B841-98184D0D7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314700"/>
            <a:ext cx="2286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025" b="1">
                <a:solidFill>
                  <a:srgbClr val="07161C"/>
                </a:solidFill>
                <a:latin typeface="Noto Sans JP"/>
                <a:ea typeface="Noto Sans JP"/>
                <a:cs typeface="Noto Sans JP"/>
              </a:defRPr>
            </a:pPr>
            <a:r>
              <a:rPr sz="2025" b="1">
                <a:solidFill>
                  <a:srgbClr val="07161C"/>
                </a:solidFill>
                <a:latin typeface="Noto Sans JP"/>
                <a:ea typeface="Noto Sans JP"/>
                <a:cs typeface="Noto Sans JP"/>
              </a:rPr>
              <a:t>AIは気になるが</a:t>
            </a:r>
          </a:p>
          <a:p xmlns:a="http://schemas.openxmlformats.org/drawingml/2006/main">
            <a:pPr>
              <a:buNone/>
              <a:defRPr sz="2025" b="1">
                <a:solidFill>
                  <a:srgbClr val="07161C"/>
                </a:solidFill>
                <a:latin typeface="Noto Sans JP"/>
                <a:ea typeface="Noto Sans JP"/>
                <a:cs typeface="Noto Sans JP"/>
              </a:defRPr>
            </a:pPr>
            <a:r>
              <a:rPr sz="2025" b="1">
                <a:solidFill>
                  <a:srgbClr val="07161C"/>
                </a:solidFill>
                <a:latin typeface="Noto Sans JP"/>
                <a:ea typeface="Noto Sans JP"/>
                <a:cs typeface="Noto Sans JP"/>
              </a:rPr>
              <a:t>設定で止まる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A46F4E8-2681-42A6-8366-34EFF268B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8125" y="3286125"/>
            <a:ext cx="1047750" cy="571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38596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FC8646B-7B9B-4EF5-A9FC-E243705CD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2266950"/>
            <a:ext cx="3143250" cy="2762250"/>
          </a:xfrm>
          <a:prstGeom xmlns:a="http://schemas.openxmlformats.org/drawingml/2006/main" prst="roundRect">
            <a:avLst>
              <a:gd name="adj" fmla="val 2759"/>
            </a:avLst>
          </a:prstGeom>
          <a:solidFill xmlns:a="http://schemas.openxmlformats.org/drawingml/2006/main">
            <a:srgbClr val="07161C"/>
          </a:solidFill>
          <a:ln xmlns:a="http://schemas.openxmlformats.org/drawingml/2006/main" w="9525">
            <a:solidFill>
              <a:srgbClr val="07161C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7CEB6DB-52AB-499E-BEDE-4BBA48C7F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2571750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63DFEF"/>
                </a:solidFill>
                <a:latin typeface="Noto Sans JP"/>
                <a:ea typeface="Noto Sans JP"/>
                <a:cs typeface="Noto Sans JP"/>
              </a:defRPr>
            </a:pPr>
            <a:r>
              <a:rPr sz="1050" b="1">
                <a:solidFill>
                  <a:srgbClr val="63DFEF"/>
                </a:solidFill>
                <a:latin typeface="Noto Sans JP"/>
                <a:ea typeface="Noto Sans JP"/>
                <a:cs typeface="Noto Sans JP"/>
              </a:rPr>
              <a:t>SUPPORT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120FA58-770D-4FE3-A188-07B867225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3105150"/>
            <a:ext cx="228600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025" b="1">
                <a:solidFill>
                  <a:srgbClr val="EAF7F8"/>
                </a:solidFill>
                <a:latin typeface="Noto Sans JP"/>
                <a:ea typeface="Noto Sans JP"/>
                <a:cs typeface="Noto Sans JP"/>
              </a:defRPr>
            </a:pPr>
            <a:r>
              <a:rPr sz="2025" b="1">
                <a:solidFill>
                  <a:srgbClr val="EAF7F8"/>
                </a:solidFill>
                <a:latin typeface="Noto Sans JP"/>
                <a:ea typeface="Noto Sans JP"/>
                <a:cs typeface="Noto Sans JP"/>
              </a:rPr>
              <a:t>ヒアリング</a:t>
            </a:r>
          </a:p>
          <a:p xmlns:a="http://schemas.openxmlformats.org/drawingml/2006/main">
            <a:pPr>
              <a:buNone/>
              <a:defRPr sz="2025" b="1">
                <a:solidFill>
                  <a:srgbClr val="EAF7F8"/>
                </a:solidFill>
                <a:latin typeface="Noto Sans JP"/>
                <a:ea typeface="Noto Sans JP"/>
                <a:cs typeface="Noto Sans JP"/>
              </a:defRPr>
            </a:pPr>
            <a:r>
              <a:rPr sz="2025" b="1">
                <a:solidFill>
                  <a:srgbClr val="EAF7F8"/>
                </a:solidFill>
                <a:latin typeface="Noto Sans JP"/>
                <a:ea typeface="Noto Sans JP"/>
                <a:cs typeface="Noto Sans JP"/>
              </a:rPr>
              <a:t>導入・設定</a:t>
            </a:r>
          </a:p>
          <a:p xmlns:a="http://schemas.openxmlformats.org/drawingml/2006/main">
            <a:pPr>
              <a:buNone/>
              <a:defRPr sz="2025" b="1">
                <a:solidFill>
                  <a:srgbClr val="EAF7F8"/>
                </a:solidFill>
                <a:latin typeface="Noto Sans JP"/>
                <a:ea typeface="Noto Sans JP"/>
                <a:cs typeface="Noto Sans JP"/>
              </a:defRPr>
            </a:pPr>
            <a:r>
              <a:rPr sz="2025" b="1">
                <a:solidFill>
                  <a:srgbClr val="EAF7F8"/>
                </a:solidFill>
                <a:latin typeface="Noto Sans JP"/>
                <a:ea typeface="Noto Sans JP"/>
                <a:cs typeface="Noto Sans JP"/>
              </a:rPr>
              <a:t>使い方の練習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AF54C22-D81E-4011-81EE-7624C18BF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286125"/>
            <a:ext cx="1047750" cy="571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E4BC72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BBF4617-CEC8-40A4-BCE3-5C549C302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2543175"/>
            <a:ext cx="1428750" cy="220980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FF1C9"/>
          </a:solidFill>
          <a:ln xmlns:a="http://schemas.openxmlformats.org/drawingml/2006/main" w="9525">
            <a:solidFill>
              <a:srgbClr val="DDB65E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24B6A33-AD15-4F24-B98B-F7B9E10B6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9850" y="2781300"/>
            <a:ext cx="1162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8A5C08"/>
                </a:solidFill>
                <a:latin typeface="Noto Sans JP"/>
                <a:ea typeface="Noto Sans JP"/>
                <a:cs typeface="Noto Sans JP"/>
              </a:defRPr>
            </a:pPr>
            <a:r>
              <a:rPr sz="975" b="1">
                <a:solidFill>
                  <a:srgbClr val="8A5C08"/>
                </a:solidFill>
                <a:latin typeface="Noto Sans JP"/>
                <a:ea typeface="Noto Sans JP"/>
                <a:cs typeface="Noto Sans JP"/>
              </a:rPr>
              <a:t>AFTER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031364C-8E8F-42AB-945F-9BA699259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9850" y="3429000"/>
            <a:ext cx="11620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07161C"/>
                </a:solidFill>
                <a:latin typeface="Noto Sans JP"/>
                <a:ea typeface="Noto Sans JP"/>
                <a:cs typeface="Noto Sans JP"/>
              </a:defRPr>
            </a:pPr>
            <a:r>
              <a:rPr sz="1800" b="1">
                <a:solidFill>
                  <a:srgbClr val="07161C"/>
                </a:solidFill>
                <a:latin typeface="Noto Sans JP"/>
                <a:ea typeface="Noto Sans JP"/>
                <a:cs typeface="Noto Sans JP"/>
              </a:rPr>
              <a:t>仕事で</a:t>
            </a:r>
          </a:p>
          <a:p xmlns:a="http://schemas.openxmlformats.org/drawingml/2006/main">
            <a:pPr>
              <a:buNone/>
              <a:defRPr sz="1800" b="1">
                <a:solidFill>
                  <a:srgbClr val="07161C"/>
                </a:solidFill>
                <a:latin typeface="Noto Sans JP"/>
                <a:ea typeface="Noto Sans JP"/>
                <a:cs typeface="Noto Sans JP"/>
              </a:defRPr>
            </a:pPr>
            <a:r>
              <a:rPr sz="1800" b="1">
                <a:solidFill>
                  <a:srgbClr val="07161C"/>
                </a:solidFill>
                <a:latin typeface="Noto Sans JP"/>
                <a:ea typeface="Noto Sans JP"/>
                <a:cs typeface="Noto Sans JP"/>
              </a:rPr>
              <a:t>使える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BD20E2B-223C-490F-A3DD-AC38BEDA5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476875"/>
            <a:ext cx="9334500" cy="476250"/>
          </a:xfrm>
          <a:prstGeom xmlns:a="http://schemas.openxmlformats.org/drawingml/2006/main" prst="roundRect">
            <a:avLst>
              <a:gd name="adj" fmla="val 14000"/>
            </a:avLst>
          </a:prstGeom>
          <a:solidFill xmlns:a="http://schemas.openxmlformats.org/drawingml/2006/main">
            <a:srgbClr val="E6F6F5"/>
          </a:solidFill>
          <a:ln xmlns:a="http://schemas.openxmlformats.org/drawingml/2006/main" w="9525">
            <a:solidFill>
              <a:srgbClr val="9ACCCC"/>
            </a:solidFill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425" b="1">
                <a:solidFill>
                  <a:srgbClr val="138596"/>
                </a:solidFill>
                <a:latin typeface="Noto Sans JP"/>
                <a:ea typeface="Noto Sans JP"/>
                <a:cs typeface="Noto Sans JP"/>
              </a:defRPr>
            </a:pPr>
            <a:r>
              <a:rPr sz="1425" b="1">
                <a:solidFill>
                  <a:srgbClr val="138596"/>
                </a:solidFill>
                <a:latin typeface="Noto Sans JP"/>
                <a:ea typeface="Noto Sans JP"/>
                <a:cs typeface="Noto Sans JP"/>
              </a:rPr>
              <a:t>価値の中心：お客様が自分で起動し、実際の仕事で1つ使える状態になること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69075F7-2CAC-4B86-AAEB-845E8589C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27622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750" b="1">
                <a:solidFill>
                  <a:srgbClr val="7C908E"/>
                </a:solidFill>
                <a:latin typeface="Noto Sans JP"/>
                <a:ea typeface="Noto Sans JP"/>
                <a:cs typeface="Noto Sans JP"/>
              </a:defRPr>
            </a:pPr>
            <a:r>
              <a:rPr sz="750" b="1">
                <a:solidFill>
                  <a:srgbClr val="7C908E"/>
                </a:solidFill>
                <a:latin typeface="Noto Sans JP"/>
                <a:ea typeface="Noto Sans JP"/>
                <a:cs typeface="Noto Sans JP"/>
              </a:rPr>
              <a:t>AI NORIKO STARTER KIT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A9F430D-627E-45A3-80E7-07F10B8DB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6467475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825" b="1">
                <a:solidFill>
                  <a:srgbClr val="138596"/>
                </a:solidFill>
                <a:latin typeface="Noto Sans JP"/>
                <a:ea typeface="Noto Sans JP"/>
                <a:cs typeface="Noto Sans JP"/>
              </a:defRPr>
            </a:pPr>
            <a:r>
              <a:rPr sz="825" b="1">
                <a:solidFill>
                  <a:srgbClr val="138596"/>
                </a:solidFill>
                <a:latin typeface="Noto Sans JP"/>
                <a:ea typeface="Noto Sans JP"/>
                <a:cs typeface="Noto Sans JP"/>
              </a:rPr>
              <a:t>42</a:t>
            </a:r>
          </a:p>
        </p:txBody>
      </p:sp>
    </p:spTree>
    <p:extLst>
      <p:ext uri="{BB962C8B-B14F-4D97-AF65-F5344CB8AC3E}">
        <p14:creationId xmlns:p14="http://schemas.microsoft.com/office/powerpoint/2010/main" val="506117611"/>
      </p:ext>
    </p:extLst>
  </p:cSld>
</p:sld>
</file>

<file path=ppt/slides/slide43.xml><?xml version="1.0" encoding="utf-8"?>
<p:sld xmlns:p="http://schemas.openxmlformats.org/presentationml/2006/main">
  <p:cSld>
    <p:bg>
      <p:bgPr>
        <a:solidFill xmlns:a="http://schemas.openxmlformats.org/drawingml/2006/main">
          <a:srgbClr val="07161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1FDD345-77AE-4290-B7F9-782C18853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3429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63DFEF"/>
                </a:solidFill>
                <a:latin typeface="Noto Sans JP"/>
                <a:ea typeface="Noto Sans JP"/>
                <a:cs typeface="Noto Sans JP"/>
              </a:defRPr>
            </a:pPr>
            <a:r>
              <a:rPr sz="975" b="1">
                <a:solidFill>
                  <a:srgbClr val="63DFEF"/>
                </a:solidFill>
                <a:latin typeface="Noto Sans JP"/>
                <a:ea typeface="Noto Sans JP"/>
                <a:cs typeface="Noto Sans JP"/>
              </a:rPr>
              <a:t>06 / BUSINESS MODELS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AE66B60-94F2-4FC8-AD6D-3D375251D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62000"/>
            <a:ext cx="10820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150" b="1">
                <a:solidFill>
                  <a:srgbClr val="EAF7F8"/>
                </a:solidFill>
                <a:latin typeface="Noto Sans JP"/>
                <a:ea typeface="Noto Sans JP"/>
                <a:cs typeface="Noto Sans JP"/>
              </a:defRPr>
            </a:pPr>
            <a:r>
              <a:rPr sz="3150" b="1">
                <a:solidFill>
                  <a:srgbClr val="EAF7F8"/>
                </a:solidFill>
                <a:latin typeface="Noto Sans JP"/>
                <a:ea typeface="Noto Sans JP"/>
                <a:cs typeface="Noto Sans JP"/>
              </a:rPr>
              <a:t>同じ土台から、支援メニューを分ける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C28DE82-42C7-4DC9-868D-83A8218D1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495425"/>
            <a:ext cx="10287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425" b="0">
                <a:solidFill>
                  <a:srgbClr val="8FA8AD"/>
                </a:solidFill>
                <a:latin typeface="Noto Sans JP"/>
                <a:ea typeface="Noto Sans JP"/>
                <a:cs typeface="Noto Sans JP"/>
              </a:defRPr>
            </a:pPr>
            <a:r>
              <a:rPr sz="1425" b="0">
                <a:solidFill>
                  <a:srgbClr val="8FA8AD"/>
                </a:solidFill>
                <a:latin typeface="Noto Sans JP"/>
                <a:ea typeface="Noto Sans JP"/>
                <a:cs typeface="Noto Sans JP"/>
              </a:rPr>
              <a:t>自分の経験とお客様の悩みに合わせて選びます。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9B03D28-AE81-46F8-8891-0F7DFFED3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85800" y="1971675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34149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43AFD87-FDD2-483D-AB28-1AF6BFA71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81250"/>
            <a:ext cx="3276600" cy="3048000"/>
          </a:xfrm>
          <a:prstGeom xmlns:a="http://schemas.openxmlformats.org/drawingml/2006/main" prst="roundRect">
            <a:avLst>
              <a:gd name="adj" fmla="val 2813"/>
            </a:avLst>
          </a:prstGeom>
          <a:solidFill xmlns:a="http://schemas.openxmlformats.org/drawingml/2006/main">
            <a:srgbClr val="0A2027"/>
          </a:solidFill>
          <a:ln xmlns:a="http://schemas.openxmlformats.org/drawingml/2006/main" w="9525">
            <a:solidFill>
              <a:srgbClr val="28515B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392A0CE-F940-49A3-B550-3195E82E7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647950"/>
            <a:ext cx="1619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63DFEF"/>
                </a:solidFill>
                <a:latin typeface="Noto Sans JP"/>
                <a:ea typeface="Noto Sans JP"/>
                <a:cs typeface="Noto Sans JP"/>
              </a:defRPr>
            </a:pPr>
            <a:r>
              <a:rPr sz="975" b="1">
                <a:solidFill>
                  <a:srgbClr val="63DFEF"/>
                </a:solidFill>
                <a:latin typeface="Noto Sans JP"/>
                <a:ea typeface="Noto Sans JP"/>
                <a:cs typeface="Noto Sans JP"/>
              </a:rPr>
              <a:t>MODEL 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026C53C-44CF-430C-9ACB-E7C341EA0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228975"/>
            <a:ext cx="27241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00" b="1">
                <a:solidFill>
                  <a:srgbClr val="EAF7F8"/>
                </a:solidFill>
                <a:latin typeface="Noto Sans JP"/>
                <a:ea typeface="Noto Sans JP"/>
                <a:cs typeface="Noto Sans JP"/>
              </a:defRPr>
            </a:pPr>
            <a:r>
              <a:rPr sz="2100" b="1">
                <a:solidFill>
                  <a:srgbClr val="EAF7F8"/>
                </a:solidFill>
                <a:latin typeface="Noto Sans JP"/>
                <a:ea typeface="Noto Sans JP"/>
                <a:cs typeface="Noto Sans JP"/>
              </a:rPr>
              <a:t>個別導入サポート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650B4BE-703A-474A-881C-BFD098FB5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191000"/>
            <a:ext cx="27241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8FA8AD"/>
                </a:solidFill>
                <a:latin typeface="Noto Sans JP"/>
                <a:ea typeface="Noto Sans JP"/>
                <a:cs typeface="Noto Sans JP"/>
              </a:defRPr>
            </a:pPr>
            <a:r>
              <a:rPr sz="1350" b="0">
                <a:solidFill>
                  <a:srgbClr val="8FA8AD"/>
                </a:solidFill>
                <a:latin typeface="Noto Sans JP"/>
                <a:ea typeface="Noto Sans JP"/>
                <a:cs typeface="Noto Sans JP"/>
              </a:rPr>
              <a:t>設定が不安な個人へ</a:t>
            </a:r>
          </a:p>
          <a:p xmlns:a="http://schemas.openxmlformats.org/drawingml/2006/main">
            <a:pPr>
              <a:buNone/>
              <a:defRPr sz="1350" b="0">
                <a:solidFill>
                  <a:srgbClr val="8FA8AD"/>
                </a:solidFill>
                <a:latin typeface="Noto Sans JP"/>
                <a:ea typeface="Noto Sans JP"/>
                <a:cs typeface="Noto Sans JP"/>
              </a:defRPr>
            </a:pPr>
            <a:r>
              <a:rPr sz="1350" b="0">
                <a:solidFill>
                  <a:srgbClr val="8FA8AD"/>
                </a:solidFill>
                <a:latin typeface="Noto Sans JP"/>
                <a:ea typeface="Noto Sans JP"/>
                <a:cs typeface="Noto Sans JP"/>
              </a:rPr>
              <a:t>Zoomで一緒に導入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F54B6E0-1081-4726-8282-12989018B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2381250"/>
            <a:ext cx="3276600" cy="3048000"/>
          </a:xfrm>
          <a:prstGeom xmlns:a="http://schemas.openxmlformats.org/drawingml/2006/main" prst="roundRect">
            <a:avLst>
              <a:gd name="adj" fmla="val 2813"/>
            </a:avLst>
          </a:prstGeom>
          <a:solidFill xmlns:a="http://schemas.openxmlformats.org/drawingml/2006/main">
            <a:srgbClr val="102B33"/>
          </a:solidFill>
          <a:ln xmlns:a="http://schemas.openxmlformats.org/drawingml/2006/main" w="9525">
            <a:solidFill>
              <a:srgbClr val="7F693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30BBBDE-5734-4933-B823-0C6EE90B4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2647950"/>
            <a:ext cx="1619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E4BC72"/>
                </a:solidFill>
                <a:latin typeface="Noto Sans JP"/>
                <a:ea typeface="Noto Sans JP"/>
                <a:cs typeface="Noto Sans JP"/>
              </a:defRPr>
            </a:pPr>
            <a:r>
              <a:rPr sz="975" b="1">
                <a:solidFill>
                  <a:srgbClr val="E4BC72"/>
                </a:solidFill>
                <a:latin typeface="Noto Sans JP"/>
                <a:ea typeface="Noto Sans JP"/>
                <a:cs typeface="Noto Sans JP"/>
              </a:rPr>
              <a:t>MODEL 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36020C5-9BA6-4861-A575-7342BA906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3228975"/>
            <a:ext cx="27241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00" b="1">
                <a:solidFill>
                  <a:srgbClr val="EAF7F8"/>
                </a:solidFill>
                <a:latin typeface="Noto Sans JP"/>
                <a:ea typeface="Noto Sans JP"/>
                <a:cs typeface="Noto Sans JP"/>
              </a:defRPr>
            </a:pPr>
            <a:r>
              <a:rPr sz="2100" b="1">
                <a:solidFill>
                  <a:srgbClr val="EAF7F8"/>
                </a:solidFill>
                <a:latin typeface="Noto Sans JP"/>
                <a:ea typeface="Noto Sans JP"/>
                <a:cs typeface="Noto Sans JP"/>
              </a:rPr>
              <a:t>判断基準の整理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19298A5-FAD2-4E35-BF45-23DB56C92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4191000"/>
            <a:ext cx="27241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8FA8AD"/>
                </a:solidFill>
                <a:latin typeface="Noto Sans JP"/>
                <a:ea typeface="Noto Sans JP"/>
                <a:cs typeface="Noto Sans JP"/>
              </a:defRPr>
            </a:pPr>
            <a:r>
              <a:rPr sz="1350" b="0">
                <a:solidFill>
                  <a:srgbClr val="8FA8AD"/>
                </a:solidFill>
                <a:latin typeface="Noto Sans JP"/>
                <a:ea typeface="Noto Sans JP"/>
                <a:cs typeface="Noto Sans JP"/>
              </a:rPr>
              <a:t>個人や社長への聞き取り</a:t>
            </a:r>
          </a:p>
          <a:p xmlns:a="http://schemas.openxmlformats.org/drawingml/2006/main">
            <a:pPr>
              <a:buNone/>
              <a:defRPr sz="1350" b="0">
                <a:solidFill>
                  <a:srgbClr val="8FA8AD"/>
                </a:solidFill>
                <a:latin typeface="Noto Sans JP"/>
                <a:ea typeface="Noto Sans JP"/>
                <a:cs typeface="Noto Sans JP"/>
              </a:defRPr>
            </a:pPr>
            <a:r>
              <a:rPr sz="1350" b="0">
                <a:solidFill>
                  <a:srgbClr val="8FA8AD"/>
                </a:solidFill>
                <a:latin typeface="Noto Sans JP"/>
                <a:ea typeface="Noto Sans JP"/>
                <a:cs typeface="Noto Sans JP"/>
              </a:rPr>
              <a:t>確認済み知識を整える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2D154EB-A566-4305-B0F7-2751BF134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381250"/>
            <a:ext cx="3276600" cy="3048000"/>
          </a:xfrm>
          <a:prstGeom xmlns:a="http://schemas.openxmlformats.org/drawingml/2006/main" prst="roundRect">
            <a:avLst>
              <a:gd name="adj" fmla="val 2813"/>
            </a:avLst>
          </a:prstGeom>
          <a:solidFill xmlns:a="http://schemas.openxmlformats.org/drawingml/2006/main">
            <a:srgbClr val="0A2027"/>
          </a:solidFill>
          <a:ln xmlns:a="http://schemas.openxmlformats.org/drawingml/2006/main" w="9525">
            <a:solidFill>
              <a:srgbClr val="28515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A5E5DD2-B6A7-412F-BA30-59CADECF6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647950"/>
            <a:ext cx="1619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63DFEF"/>
                </a:solidFill>
                <a:latin typeface="Noto Sans JP"/>
                <a:ea typeface="Noto Sans JP"/>
                <a:cs typeface="Noto Sans JP"/>
              </a:defRPr>
            </a:pPr>
            <a:r>
              <a:rPr sz="975" b="1">
                <a:solidFill>
                  <a:srgbClr val="63DFEF"/>
                </a:solidFill>
                <a:latin typeface="Noto Sans JP"/>
                <a:ea typeface="Noto Sans JP"/>
                <a:cs typeface="Noto Sans JP"/>
              </a:rPr>
              <a:t>MODEL 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29FF724-1B3E-4FE5-9E77-18B59E918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3228975"/>
            <a:ext cx="27241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00" b="1">
                <a:solidFill>
                  <a:srgbClr val="EAF7F8"/>
                </a:solidFill>
                <a:latin typeface="Noto Sans JP"/>
                <a:ea typeface="Noto Sans JP"/>
                <a:cs typeface="Noto Sans JP"/>
              </a:defRPr>
            </a:pPr>
            <a:r>
              <a:rPr sz="2100" b="1">
                <a:solidFill>
                  <a:srgbClr val="EAF7F8"/>
                </a:solidFill>
                <a:latin typeface="Noto Sans JP"/>
                <a:ea typeface="Noto Sans JP"/>
                <a:cs typeface="Noto Sans JP"/>
              </a:rPr>
              <a:t>企業向け試作支援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E7FAA41-B0F3-44AE-B415-97871BB27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4191000"/>
            <a:ext cx="27241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8FA8AD"/>
                </a:solidFill>
                <a:latin typeface="Noto Sans JP"/>
                <a:ea typeface="Noto Sans JP"/>
                <a:cs typeface="Noto Sans JP"/>
              </a:defRPr>
            </a:pPr>
            <a:r>
              <a:rPr sz="1350" b="0">
                <a:solidFill>
                  <a:srgbClr val="8FA8AD"/>
                </a:solidFill>
                <a:latin typeface="Noto Sans JP"/>
                <a:ea typeface="Noto Sans JP"/>
                <a:cs typeface="Noto Sans JP"/>
              </a:rPr>
              <a:t>責任者1名で試す</a:t>
            </a:r>
          </a:p>
          <a:p xmlns:a="http://schemas.openxmlformats.org/drawingml/2006/main">
            <a:pPr>
              <a:buNone/>
              <a:defRPr sz="1350" b="0">
                <a:solidFill>
                  <a:srgbClr val="8FA8AD"/>
                </a:solidFill>
                <a:latin typeface="Noto Sans JP"/>
                <a:ea typeface="Noto Sans JP"/>
                <a:cs typeface="Noto Sans JP"/>
              </a:defRPr>
            </a:pPr>
            <a:r>
              <a:rPr sz="1350" b="0">
                <a:solidFill>
                  <a:srgbClr val="8FA8AD"/>
                </a:solidFill>
                <a:latin typeface="Noto Sans JP"/>
                <a:ea typeface="Noto Sans JP"/>
                <a:cs typeface="Noto Sans JP"/>
              </a:rPr>
              <a:t>社員公開は別開発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8C191E3-A97B-4907-B48A-033BDA5BE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27622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750" b="1">
                <a:solidFill>
                  <a:srgbClr val="557279"/>
                </a:solidFill>
                <a:latin typeface="Noto Sans JP"/>
                <a:ea typeface="Noto Sans JP"/>
                <a:cs typeface="Noto Sans JP"/>
              </a:defRPr>
            </a:pPr>
            <a:r>
              <a:rPr sz="750" b="1">
                <a:solidFill>
                  <a:srgbClr val="557279"/>
                </a:solidFill>
                <a:latin typeface="Noto Sans JP"/>
                <a:ea typeface="Noto Sans JP"/>
                <a:cs typeface="Noto Sans JP"/>
              </a:rPr>
              <a:t>AI NORIKO STARTER KIT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33F2D01-0B22-4847-B826-2FCD7FE3A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6467475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825" b="1">
                <a:solidFill>
                  <a:srgbClr val="63DFEF"/>
                </a:solidFill>
                <a:latin typeface="Noto Sans JP"/>
                <a:ea typeface="Noto Sans JP"/>
                <a:cs typeface="Noto Sans JP"/>
              </a:defRPr>
            </a:pPr>
            <a:r>
              <a:rPr sz="825" b="1">
                <a:solidFill>
                  <a:srgbClr val="63DFEF"/>
                </a:solidFill>
                <a:latin typeface="Noto Sans JP"/>
                <a:ea typeface="Noto Sans JP"/>
                <a:cs typeface="Noto Sans JP"/>
              </a:rPr>
              <a:t>43</a:t>
            </a:r>
          </a:p>
        </p:txBody>
      </p:sp>
    </p:spTree>
    <p:extLst>
      <p:ext uri="{BB962C8B-B14F-4D97-AF65-F5344CB8AC3E}">
        <p14:creationId xmlns:p14="http://schemas.microsoft.com/office/powerpoint/2010/main" val="182164121"/>
      </p:ext>
    </p:extLst>
  </p:cSld>
</p:sld>
</file>

<file path=ppt/slides/slide44.xml><?xml version="1.0" encoding="utf-8"?>
<p:sld xmlns:p="http://schemas.openxmlformats.org/presentationml/2006/main">
  <p:cSld>
    <p:bg>
      <p:bgPr>
        <a:solidFill xmlns:a="http://schemas.openxmlformats.org/drawingml/2006/main">
          <a:srgbClr val="F7F4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CD44039-39A0-444D-B5FE-B2F5B99A0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3429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138596"/>
                </a:solidFill>
                <a:latin typeface="Noto Sans JP"/>
                <a:ea typeface="Noto Sans JP"/>
                <a:cs typeface="Noto Sans JP"/>
              </a:defRPr>
            </a:pPr>
            <a:r>
              <a:rPr sz="975" b="1">
                <a:solidFill>
                  <a:srgbClr val="138596"/>
                </a:solidFill>
                <a:latin typeface="Noto Sans JP"/>
                <a:ea typeface="Noto Sans JP"/>
                <a:cs typeface="Noto Sans JP"/>
              </a:rPr>
              <a:t>06 / PRICE MODEL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E1358CB-B771-407D-8B98-BC21F2D98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62000"/>
            <a:ext cx="10820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150" b="1">
                <a:solidFill>
                  <a:srgbClr val="07161C"/>
                </a:solidFill>
                <a:latin typeface="Noto Sans JP"/>
                <a:ea typeface="Noto Sans JP"/>
                <a:cs typeface="Noto Sans JP"/>
              </a:defRPr>
            </a:pPr>
            <a:r>
              <a:rPr sz="3150" b="1">
                <a:solidFill>
                  <a:srgbClr val="07161C"/>
                </a:solidFill>
                <a:latin typeface="Noto Sans JP"/>
                <a:ea typeface="Noto Sans JP"/>
                <a:cs typeface="Noto Sans JP"/>
              </a:rPr>
              <a:t>導入支援と追加開発は、価格と範囲を分ける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F6B94A7-FF3F-445A-8D12-303BD8BB6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495425"/>
            <a:ext cx="10287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425" b="0">
                <a:solidFill>
                  <a:srgbClr val="607579"/>
                </a:solidFill>
                <a:latin typeface="Noto Sans JP"/>
                <a:ea typeface="Noto Sans JP"/>
                <a:cs typeface="Noto Sans JP"/>
              </a:defRPr>
            </a:pPr>
            <a:r>
              <a:rPr sz="1425" b="0">
                <a:solidFill>
                  <a:srgbClr val="607579"/>
                </a:solidFill>
                <a:latin typeface="Noto Sans JP"/>
                <a:ea typeface="Noto Sans JP"/>
                <a:cs typeface="Noto Sans JP"/>
              </a:rPr>
              <a:t>生徒さんのサービス設計用の仮定（税抜）。本講座の料金や市場相場ではありません。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B792DF0-2EFE-4A52-9C2E-477B5017F8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85800" y="1971675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8D4CF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B88D1D1-4000-4DCC-9D5A-7671CF7B8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343150"/>
            <a:ext cx="3257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138596"/>
                </a:solidFill>
                <a:latin typeface="Noto Sans JP"/>
                <a:ea typeface="Noto Sans JP"/>
                <a:cs typeface="Noto Sans JP"/>
              </a:defRPr>
            </a:pPr>
            <a:r>
              <a:rPr sz="975" b="1">
                <a:solidFill>
                  <a:srgbClr val="138596"/>
                </a:solidFill>
                <a:latin typeface="Noto Sans JP"/>
                <a:ea typeface="Noto Sans JP"/>
                <a:cs typeface="Noto Sans JP"/>
              </a:rPr>
              <a:t>SETUP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12E2588-24D7-492B-93FB-CA832B151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800350"/>
            <a:ext cx="32575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75" b="1">
                <a:solidFill>
                  <a:srgbClr val="07161C"/>
                </a:solidFill>
                <a:latin typeface="Noto Sans JP"/>
                <a:ea typeface="Noto Sans JP"/>
                <a:cs typeface="Noto Sans JP"/>
              </a:defRPr>
            </a:pPr>
            <a:r>
              <a:rPr sz="1875" b="1">
                <a:solidFill>
                  <a:srgbClr val="07161C"/>
                </a:solidFill>
                <a:latin typeface="Noto Sans JP"/>
                <a:ea typeface="Noto Sans JP"/>
                <a:cs typeface="Noto Sans JP"/>
              </a:rPr>
              <a:t>導入・活用支援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73C12FA-82D3-4FF8-A38C-8CA166DA8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704850" y="3381375"/>
            <a:ext cx="3105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63DFE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C97B769-40B6-46B8-B819-BD3678D77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629025"/>
            <a:ext cx="32575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250" b="1">
                <a:solidFill>
                  <a:srgbClr val="138596"/>
                </a:solidFill>
                <a:latin typeface="Noto Sans JP"/>
                <a:ea typeface="Noto Sans JP"/>
                <a:cs typeface="Noto Sans JP"/>
              </a:defRPr>
            </a:pPr>
            <a:r>
              <a:rPr sz="2250" b="1">
                <a:solidFill>
                  <a:srgbClr val="138596"/>
                </a:solidFill>
                <a:latin typeface="Noto Sans JP"/>
                <a:ea typeface="Noto Sans JP"/>
                <a:cs typeface="Noto Sans JP"/>
              </a:rPr>
              <a:t>3万円 / 5万円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8B30037-C3D4-4340-A806-FB8802080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352925"/>
            <a:ext cx="32575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75" b="0">
                <a:solidFill>
                  <a:srgbClr val="607579"/>
                </a:solidFill>
                <a:latin typeface="Noto Sans JP"/>
                <a:ea typeface="Noto Sans JP"/>
                <a:cs typeface="Noto Sans JP"/>
              </a:defRPr>
            </a:pPr>
            <a:r>
              <a:rPr sz="1275" b="0">
                <a:solidFill>
                  <a:srgbClr val="607579"/>
                </a:solidFill>
                <a:latin typeface="Noto Sans JP"/>
                <a:ea typeface="Noto Sans JP"/>
                <a:cs typeface="Noto Sans JP"/>
              </a:rPr>
              <a:t>基本導入3万円</a:t>
            </a:r>
          </a:p>
          <a:p xmlns:a="http://schemas.openxmlformats.org/drawingml/2006/main">
            <a:pPr>
              <a:buNone/>
              <a:defRPr sz="1275" b="0">
                <a:solidFill>
                  <a:srgbClr val="607579"/>
                </a:solidFill>
                <a:latin typeface="Noto Sans JP"/>
                <a:ea typeface="Noto Sans JP"/>
                <a:cs typeface="Noto Sans JP"/>
              </a:defRPr>
            </a:pPr>
            <a:r>
              <a:rPr sz="1275" b="0">
                <a:solidFill>
                  <a:srgbClr val="607579"/>
                </a:solidFill>
                <a:latin typeface="Noto Sans JP"/>
                <a:ea typeface="Noto Sans JP"/>
                <a:cs typeface="Noto Sans JP"/>
              </a:rPr>
              <a:t>活用設計つき5万円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6A5353D-B765-42E3-A102-2B5C69462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2925" y="2343150"/>
            <a:ext cx="3257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138596"/>
                </a:solidFill>
                <a:latin typeface="Noto Sans JP"/>
                <a:ea typeface="Noto Sans JP"/>
                <a:cs typeface="Noto Sans JP"/>
              </a:defRPr>
            </a:pPr>
            <a:r>
              <a:rPr sz="975" b="1">
                <a:solidFill>
                  <a:srgbClr val="138596"/>
                </a:solidFill>
                <a:latin typeface="Noto Sans JP"/>
                <a:ea typeface="Noto Sans JP"/>
                <a:cs typeface="Noto Sans JP"/>
              </a:rPr>
              <a:t>DEVELOPMENT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56A1A9E-1410-4C5D-AFB1-EA31D33096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2925" y="2800350"/>
            <a:ext cx="32575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75" b="1">
                <a:solidFill>
                  <a:srgbClr val="07161C"/>
                </a:solidFill>
                <a:latin typeface="Noto Sans JP"/>
                <a:ea typeface="Noto Sans JP"/>
                <a:cs typeface="Noto Sans JP"/>
              </a:defRPr>
            </a:pPr>
            <a:r>
              <a:rPr sz="1875" b="1">
                <a:solidFill>
                  <a:srgbClr val="07161C"/>
                </a:solidFill>
                <a:latin typeface="Noto Sans JP"/>
                <a:ea typeface="Noto Sans JP"/>
                <a:cs typeface="Noto Sans JP"/>
              </a:rPr>
              <a:t>個別の追加開発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7EE5F0D-6690-4D17-8840-F35715E01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352925" y="3381375"/>
            <a:ext cx="3105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63DFE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764AEFF-4634-4F64-9272-3E7369F6B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2925" y="3629025"/>
            <a:ext cx="32575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250" b="1">
                <a:solidFill>
                  <a:srgbClr val="138596"/>
                </a:solidFill>
                <a:latin typeface="Noto Sans JP"/>
                <a:ea typeface="Noto Sans JP"/>
                <a:cs typeface="Noto Sans JP"/>
              </a:defRPr>
            </a:pPr>
            <a:r>
              <a:rPr sz="2250" b="1">
                <a:solidFill>
                  <a:srgbClr val="138596"/>
                </a:solidFill>
                <a:latin typeface="Noto Sans JP"/>
                <a:ea typeface="Noto Sans JP"/>
                <a:cs typeface="Noto Sans JP"/>
              </a:rPr>
              <a:t>10万〜30万円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51DB783-6F6D-4F4A-9832-73217F595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2925" y="4352925"/>
            <a:ext cx="32575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75" b="0">
                <a:solidFill>
                  <a:srgbClr val="607579"/>
                </a:solidFill>
                <a:latin typeface="Noto Sans JP"/>
                <a:ea typeface="Noto Sans JP"/>
                <a:cs typeface="Noto Sans JP"/>
              </a:defRPr>
            </a:pPr>
            <a:r>
              <a:rPr sz="1275" b="0">
                <a:solidFill>
                  <a:srgbClr val="607579"/>
                </a:solidFill>
                <a:latin typeface="Noto Sans JP"/>
                <a:ea typeface="Noto Sans JP"/>
                <a:cs typeface="Noto Sans JP"/>
              </a:rPr>
              <a:t>限定機能の設計・実装</a:t>
            </a:r>
          </a:p>
          <a:p xmlns:a="http://schemas.openxmlformats.org/drawingml/2006/main">
            <a:pPr>
              <a:buNone/>
              <a:defRPr sz="1275" b="0">
                <a:solidFill>
                  <a:srgbClr val="607579"/>
                </a:solidFill>
                <a:latin typeface="Noto Sans JP"/>
                <a:ea typeface="Noto Sans JP"/>
                <a:cs typeface="Noto Sans JP"/>
              </a:defRPr>
            </a:pPr>
            <a:r>
              <a:rPr sz="1275" b="0">
                <a:solidFill>
                  <a:srgbClr val="607579"/>
                </a:solidFill>
                <a:latin typeface="Noto Sans JP"/>
                <a:ea typeface="Noto Sans JP"/>
                <a:cs typeface="Noto Sans JP"/>
              </a:rPr>
              <a:t>テスト・説明書まで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B60866D-992F-4F08-A646-7EF1FC97D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343150"/>
            <a:ext cx="3257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8A5C08"/>
                </a:solidFill>
                <a:latin typeface="Noto Sans JP"/>
                <a:ea typeface="Noto Sans JP"/>
                <a:cs typeface="Noto Sans JP"/>
              </a:defRPr>
            </a:pPr>
            <a:r>
              <a:rPr sz="975" b="1">
                <a:solidFill>
                  <a:srgbClr val="8A5C08"/>
                </a:solidFill>
                <a:latin typeface="Noto Sans JP"/>
                <a:ea typeface="Noto Sans JP"/>
                <a:cs typeface="Noto Sans JP"/>
              </a:rPr>
              <a:t>BUSINESS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3A1A3CC-037A-42D8-8366-523A05730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800350"/>
            <a:ext cx="32575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75" b="1">
                <a:solidFill>
                  <a:srgbClr val="07161C"/>
                </a:solidFill>
                <a:latin typeface="Noto Sans JP"/>
                <a:ea typeface="Noto Sans JP"/>
                <a:cs typeface="Noto Sans JP"/>
              </a:defRPr>
            </a:pPr>
            <a:r>
              <a:rPr sz="1875" b="1">
                <a:solidFill>
                  <a:srgbClr val="07161C"/>
                </a:solidFill>
                <a:latin typeface="Noto Sans JP"/>
                <a:ea typeface="Noto Sans JP"/>
                <a:cs typeface="Noto Sans JP"/>
              </a:rPr>
              <a:t>企業向け本格開発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7C64020-415E-4A69-A155-C1ED74D0A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8001000" y="3381375"/>
            <a:ext cx="3105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E4BC72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7971DC7-9350-40D4-984C-A9F9B9ED1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629025"/>
            <a:ext cx="32575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250" b="1">
                <a:solidFill>
                  <a:srgbClr val="8A5C08"/>
                </a:solidFill>
                <a:latin typeface="Noto Sans JP"/>
                <a:ea typeface="Noto Sans JP"/>
                <a:cs typeface="Noto Sans JP"/>
              </a:defRPr>
            </a:pPr>
            <a:r>
              <a:rPr sz="2250" b="1">
                <a:solidFill>
                  <a:srgbClr val="8A5C08"/>
                </a:solidFill>
                <a:latin typeface="Noto Sans JP"/>
                <a:ea typeface="Noto Sans JP"/>
                <a:cs typeface="Noto Sans JP"/>
              </a:rPr>
              <a:t>50万円〜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6C1A8BF-4181-4CE3-8A4C-B212138C0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4352925"/>
            <a:ext cx="32575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75" b="0">
                <a:solidFill>
                  <a:srgbClr val="607579"/>
                </a:solidFill>
                <a:latin typeface="Noto Sans JP"/>
                <a:ea typeface="Noto Sans JP"/>
                <a:cs typeface="Noto Sans JP"/>
              </a:defRPr>
            </a:pPr>
            <a:r>
              <a:rPr sz="1275" b="0">
                <a:solidFill>
                  <a:srgbClr val="607579"/>
                </a:solidFill>
                <a:latin typeface="Noto Sans JP"/>
                <a:ea typeface="Noto Sans JP"/>
                <a:cs typeface="Noto Sans JP"/>
              </a:rPr>
              <a:t>認証・権限・情報分離</a:t>
            </a:r>
          </a:p>
          <a:p xmlns:a="http://schemas.openxmlformats.org/drawingml/2006/main">
            <a:pPr>
              <a:buNone/>
              <a:defRPr sz="1275" b="0">
                <a:solidFill>
                  <a:srgbClr val="607579"/>
                </a:solidFill>
                <a:latin typeface="Noto Sans JP"/>
                <a:ea typeface="Noto Sans JP"/>
                <a:cs typeface="Noto Sans JP"/>
              </a:defRPr>
            </a:pPr>
            <a:r>
              <a:rPr sz="1275" b="0">
                <a:solidFill>
                  <a:srgbClr val="607579"/>
                </a:solidFill>
                <a:latin typeface="Noto Sans JP"/>
                <a:ea typeface="Noto Sans JP"/>
                <a:cs typeface="Noto Sans JP"/>
              </a:rPr>
              <a:t>要件に応じて個別見積り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89DF3AC-536A-4663-83A3-25FD871FE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5553075"/>
            <a:ext cx="9410700" cy="438150"/>
          </a:xfrm>
          <a:prstGeom xmlns:a="http://schemas.openxmlformats.org/drawingml/2006/main" prst="roundRect">
            <a:avLst>
              <a:gd name="adj" fmla="val 15217"/>
            </a:avLst>
          </a:prstGeom>
          <a:solidFill xmlns:a="http://schemas.openxmlformats.org/drawingml/2006/main">
            <a:srgbClr val="07161C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EAF7F8"/>
                </a:solidFill>
                <a:latin typeface="Noto Sans JP"/>
                <a:ea typeface="Noto Sans JP"/>
                <a:cs typeface="Noto Sans JP"/>
              </a:defRPr>
            </a:pPr>
            <a:r>
              <a:rPr sz="1350" b="1">
                <a:solidFill>
                  <a:srgbClr val="EAF7F8"/>
                </a:solidFill>
                <a:latin typeface="Noto Sans JP"/>
                <a:ea typeface="Noto Sans JP"/>
                <a:cs typeface="Noto Sans JP"/>
              </a:rPr>
              <a:t>外部利用料・保守は別。50万円ですべての企業機能を保証するものではありません。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7828ECD-FC2E-4EA9-9829-48E8EE9E3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27622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750" b="1">
                <a:solidFill>
                  <a:srgbClr val="7C908E"/>
                </a:solidFill>
                <a:latin typeface="Noto Sans JP"/>
                <a:ea typeface="Noto Sans JP"/>
                <a:cs typeface="Noto Sans JP"/>
              </a:defRPr>
            </a:pPr>
            <a:r>
              <a:rPr sz="750" b="1">
                <a:solidFill>
                  <a:srgbClr val="7C908E"/>
                </a:solidFill>
                <a:latin typeface="Noto Sans JP"/>
                <a:ea typeface="Noto Sans JP"/>
                <a:cs typeface="Noto Sans JP"/>
              </a:rPr>
              <a:t>AI NORIKO STARTER KIT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6AD9A02-FCFF-4BB3-AAC4-1CEAB67F6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6467475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825" b="1">
                <a:solidFill>
                  <a:srgbClr val="138596"/>
                </a:solidFill>
                <a:latin typeface="Noto Sans JP"/>
                <a:ea typeface="Noto Sans JP"/>
                <a:cs typeface="Noto Sans JP"/>
              </a:defRPr>
            </a:pPr>
            <a:r>
              <a:rPr sz="825" b="1">
                <a:solidFill>
                  <a:srgbClr val="138596"/>
                </a:solidFill>
                <a:latin typeface="Noto Sans JP"/>
                <a:ea typeface="Noto Sans JP"/>
                <a:cs typeface="Noto Sans JP"/>
              </a:rPr>
              <a:t>44</a:t>
            </a:r>
          </a:p>
        </p:txBody>
      </p:sp>
    </p:spTree>
    <p:extLst>
      <p:ext uri="{BB962C8B-B14F-4D97-AF65-F5344CB8AC3E}">
        <p14:creationId xmlns:p14="http://schemas.microsoft.com/office/powerpoint/2010/main" val="1639156713"/>
      </p:ext>
    </p:extLst>
  </p:cSld>
</p:sld>
</file>

<file path=ppt/slides/slide45.xml><?xml version="1.0" encoding="utf-8"?>
<p:sld xmlns:p="http://schemas.openxmlformats.org/presentationml/2006/main">
  <p:cSld>
    <p:bg>
      <p:bgPr>
        <a:solidFill xmlns:a="http://schemas.openxmlformats.org/drawingml/2006/main">
          <a:srgbClr val="07161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F960176-9689-45ED-A399-8181395FA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3429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63DFEF"/>
                </a:solidFill>
                <a:latin typeface="Noto Sans JP"/>
                <a:ea typeface="Noto Sans JP"/>
                <a:cs typeface="Noto Sans JP"/>
              </a:defRPr>
            </a:pPr>
            <a:r>
              <a:rPr sz="975" b="1">
                <a:solidFill>
                  <a:srgbClr val="63DFEF"/>
                </a:solidFill>
                <a:latin typeface="Noto Sans JP"/>
                <a:ea typeface="Noto Sans JP"/>
                <a:cs typeface="Noto Sans JP"/>
              </a:rPr>
              <a:t>06 / PROFIT VISION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AE86F65-4CBB-4934-A7FD-043312E9D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62000"/>
            <a:ext cx="10820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150" b="1">
                <a:solidFill>
                  <a:srgbClr val="EAF7F8"/>
                </a:solidFill>
                <a:latin typeface="Noto Sans JP"/>
                <a:ea typeface="Noto Sans JP"/>
                <a:cs typeface="Noto Sans JP"/>
              </a:defRPr>
            </a:pPr>
            <a:r>
              <a:rPr sz="3150" b="1">
                <a:solidFill>
                  <a:srgbClr val="EAF7F8"/>
                </a:solidFill>
                <a:latin typeface="Noto Sans JP"/>
                <a:ea typeface="Noto Sans JP"/>
                <a:cs typeface="Noto Sans JP"/>
              </a:rPr>
              <a:t>自分の作業時間も含めて、利益を試算する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A9A890E-2921-40A4-B365-75F94FF3C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495425"/>
            <a:ext cx="10287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425" b="0">
                <a:solidFill>
                  <a:srgbClr val="8FA8AD"/>
                </a:solidFill>
                <a:latin typeface="Noto Sans JP"/>
                <a:ea typeface="Noto Sans JP"/>
                <a:cs typeface="Noto Sans JP"/>
              </a:defRPr>
            </a:pPr>
            <a:r>
              <a:rPr sz="1425" b="0">
                <a:solidFill>
                  <a:srgbClr val="8FA8AD"/>
                </a:solidFill>
                <a:latin typeface="Noto Sans JP"/>
                <a:ea typeface="Noto Sans JP"/>
                <a:cs typeface="Noto Sans JP"/>
              </a:rPr>
              <a:t>税抜の教材用仮定。相場・受注・利益の保証ではありません。右端は税・営業・固定費を引く前の差引。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C50C1A5-4DCD-4946-8334-04EA6F738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85800" y="1971675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34149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48A49A3-5D22-4BBE-992D-EAA0B0675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400300"/>
            <a:ext cx="1181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63DFEF"/>
                </a:solidFill>
                <a:latin typeface="Noto Sans JP"/>
                <a:ea typeface="Noto Sans JP"/>
                <a:cs typeface="Noto Sans JP"/>
              </a:defRPr>
            </a:pPr>
            <a:r>
              <a:rPr sz="975" b="1">
                <a:solidFill>
                  <a:srgbClr val="63DFEF"/>
                </a:solidFill>
                <a:latin typeface="Noto Sans JP"/>
                <a:ea typeface="Noto Sans JP"/>
                <a:cs typeface="Noto Sans JP"/>
              </a:rPr>
              <a:t>基本導入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ACA95F5-6F1E-4FA1-8956-BD244987E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2362200"/>
            <a:ext cx="3238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EAF7F8"/>
                </a:solidFill>
                <a:latin typeface="Noto Sans JP"/>
                <a:ea typeface="Noto Sans JP"/>
                <a:cs typeface="Noto Sans JP"/>
              </a:defRPr>
            </a:pPr>
            <a:r>
              <a:rPr sz="1650" b="1">
                <a:solidFill>
                  <a:srgbClr val="EAF7F8"/>
                </a:solidFill>
                <a:latin typeface="Noto Sans JP"/>
                <a:ea typeface="Noto Sans JP"/>
                <a:cs typeface="Noto Sans JP"/>
              </a:rPr>
              <a:t>30,000円 × 3件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426173D-EECF-4EF2-8CB0-B29AE8959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2400300"/>
            <a:ext cx="1676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8FA8AD"/>
                </a:solidFill>
                <a:latin typeface="Noto Sans JP"/>
                <a:ea typeface="Noto Sans JP"/>
                <a:cs typeface="Noto Sans JP"/>
              </a:defRPr>
            </a:pPr>
            <a:r>
              <a:rPr sz="1200" b="0">
                <a:solidFill>
                  <a:srgbClr val="8FA8AD"/>
                </a:solidFill>
                <a:latin typeface="Noto Sans JP"/>
                <a:ea typeface="Noto Sans JP"/>
                <a:cs typeface="Noto Sans JP"/>
              </a:rPr>
              <a:t>売上 90,000円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311C03D-5865-4F15-8B08-9189ADAC5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2400300"/>
            <a:ext cx="1581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8FA8AD"/>
                </a:solidFill>
                <a:latin typeface="Noto Sans JP"/>
                <a:ea typeface="Noto Sans JP"/>
                <a:cs typeface="Noto Sans JP"/>
              </a:defRPr>
            </a:pPr>
            <a:r>
              <a:rPr sz="1200" b="0">
                <a:solidFill>
                  <a:srgbClr val="8FA8AD"/>
                </a:solidFill>
                <a:latin typeface="Noto Sans JP"/>
                <a:ea typeface="Noto Sans JP"/>
                <a:cs typeface="Noto Sans JP"/>
              </a:rPr>
              <a:t>費用計 45,000円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0C3E5E4-D098-41A6-ADBE-C65C2B1FA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2333625"/>
            <a:ext cx="2286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00" b="1">
                <a:solidFill>
                  <a:srgbClr val="80F2AD"/>
                </a:solidFill>
                <a:latin typeface="Noto Sans JP"/>
                <a:ea typeface="Noto Sans JP"/>
                <a:cs typeface="Noto Sans JP"/>
              </a:defRPr>
            </a:pPr>
            <a:r>
              <a:rPr sz="2100" b="1">
                <a:solidFill>
                  <a:srgbClr val="80F2AD"/>
                </a:solidFill>
                <a:latin typeface="Noto Sans JP"/>
                <a:ea typeface="Noto Sans JP"/>
                <a:cs typeface="Noto Sans JP"/>
              </a:rPr>
              <a:t>45,000円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C4EA482-9585-4714-8643-4A85CBB4B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762000" y="2943225"/>
            <a:ext cx="10725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9474E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9663D7A-30BC-46E0-A248-106C1A98D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486150"/>
            <a:ext cx="1181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63DFEF"/>
                </a:solidFill>
                <a:latin typeface="Noto Sans JP"/>
                <a:ea typeface="Noto Sans JP"/>
                <a:cs typeface="Noto Sans JP"/>
              </a:defRPr>
            </a:pPr>
            <a:r>
              <a:rPr sz="975" b="1">
                <a:solidFill>
                  <a:srgbClr val="63DFEF"/>
                </a:solidFill>
                <a:latin typeface="Noto Sans JP"/>
                <a:ea typeface="Noto Sans JP"/>
                <a:cs typeface="Noto Sans JP"/>
              </a:rPr>
              <a:t>活用つき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1E2972A-9B88-47E9-8461-09F3D94EB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3448050"/>
            <a:ext cx="3238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EAF7F8"/>
                </a:solidFill>
                <a:latin typeface="Noto Sans JP"/>
                <a:ea typeface="Noto Sans JP"/>
                <a:cs typeface="Noto Sans JP"/>
              </a:defRPr>
            </a:pPr>
            <a:r>
              <a:rPr sz="1650" b="1">
                <a:solidFill>
                  <a:srgbClr val="EAF7F8"/>
                </a:solidFill>
                <a:latin typeface="Noto Sans JP"/>
                <a:ea typeface="Noto Sans JP"/>
                <a:cs typeface="Noto Sans JP"/>
              </a:rPr>
              <a:t>50,000円 × 3件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1301C74-1944-408E-97B4-FD9D1757E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3486150"/>
            <a:ext cx="1676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8FA8AD"/>
                </a:solidFill>
                <a:latin typeface="Noto Sans JP"/>
                <a:ea typeface="Noto Sans JP"/>
                <a:cs typeface="Noto Sans JP"/>
              </a:defRPr>
            </a:pPr>
            <a:r>
              <a:rPr sz="1200" b="0">
                <a:solidFill>
                  <a:srgbClr val="8FA8AD"/>
                </a:solidFill>
                <a:latin typeface="Noto Sans JP"/>
                <a:ea typeface="Noto Sans JP"/>
                <a:cs typeface="Noto Sans JP"/>
              </a:rPr>
              <a:t>売上 150,000円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1462A4D-677E-47EA-BFFC-075ADB06C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3486150"/>
            <a:ext cx="1581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8FA8AD"/>
                </a:solidFill>
                <a:latin typeface="Noto Sans JP"/>
                <a:ea typeface="Noto Sans JP"/>
                <a:cs typeface="Noto Sans JP"/>
              </a:defRPr>
            </a:pPr>
            <a:r>
              <a:rPr sz="1200" b="0">
                <a:solidFill>
                  <a:srgbClr val="8FA8AD"/>
                </a:solidFill>
                <a:latin typeface="Noto Sans JP"/>
                <a:ea typeface="Noto Sans JP"/>
                <a:cs typeface="Noto Sans JP"/>
              </a:rPr>
              <a:t>費用計 78,000円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64C2925-620B-4AAB-BFB2-E148ACD14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3419475"/>
            <a:ext cx="2286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00" b="1">
                <a:solidFill>
                  <a:srgbClr val="80F2AD"/>
                </a:solidFill>
                <a:latin typeface="Noto Sans JP"/>
                <a:ea typeface="Noto Sans JP"/>
                <a:cs typeface="Noto Sans JP"/>
              </a:defRPr>
            </a:pPr>
            <a:r>
              <a:rPr sz="2100" b="1">
                <a:solidFill>
                  <a:srgbClr val="80F2AD"/>
                </a:solidFill>
                <a:latin typeface="Noto Sans JP"/>
                <a:ea typeface="Noto Sans JP"/>
                <a:cs typeface="Noto Sans JP"/>
              </a:rPr>
              <a:t>72,000円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86ABB62-6CEB-4342-B004-6D54B7CE8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762000" y="4029075"/>
            <a:ext cx="10725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9474E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7159262-7F1B-45CF-9310-D017D546B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572000"/>
            <a:ext cx="1181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E4BC72"/>
                </a:solidFill>
                <a:latin typeface="Noto Sans JP"/>
                <a:ea typeface="Noto Sans JP"/>
                <a:cs typeface="Noto Sans JP"/>
              </a:defRPr>
            </a:pPr>
            <a:r>
              <a:rPr sz="975" b="1">
                <a:solidFill>
                  <a:srgbClr val="E4BC72"/>
                </a:solidFill>
                <a:latin typeface="Noto Sans JP"/>
                <a:ea typeface="Noto Sans JP"/>
                <a:cs typeface="Noto Sans JP"/>
              </a:rPr>
              <a:t>追加開発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63B6966-4250-4CF2-87CF-A94F3F28B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4533900"/>
            <a:ext cx="3238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EAF7F8"/>
                </a:solidFill>
                <a:latin typeface="Noto Sans JP"/>
                <a:ea typeface="Noto Sans JP"/>
                <a:cs typeface="Noto Sans JP"/>
              </a:defRPr>
            </a:pPr>
            <a:r>
              <a:rPr sz="1650" b="1">
                <a:solidFill>
                  <a:srgbClr val="EAF7F8"/>
                </a:solidFill>
                <a:latin typeface="Noto Sans JP"/>
                <a:ea typeface="Noto Sans JP"/>
                <a:cs typeface="Noto Sans JP"/>
              </a:rPr>
              <a:t>200,000円 × 1件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BE7F51F-15ED-4A1C-B3BD-1956D8320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4572000"/>
            <a:ext cx="1676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8FA8AD"/>
                </a:solidFill>
                <a:latin typeface="Noto Sans JP"/>
                <a:ea typeface="Noto Sans JP"/>
                <a:cs typeface="Noto Sans JP"/>
              </a:defRPr>
            </a:pPr>
            <a:r>
              <a:rPr sz="1200" b="0">
                <a:solidFill>
                  <a:srgbClr val="8FA8AD"/>
                </a:solidFill>
                <a:latin typeface="Noto Sans JP"/>
                <a:ea typeface="Noto Sans JP"/>
                <a:cs typeface="Noto Sans JP"/>
              </a:rPr>
              <a:t>売上 200,000円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5C930F5-2C82-4190-BB0F-E842A80A7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4572000"/>
            <a:ext cx="1581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8FA8AD"/>
                </a:solidFill>
                <a:latin typeface="Noto Sans JP"/>
                <a:ea typeface="Noto Sans JP"/>
                <a:cs typeface="Noto Sans JP"/>
              </a:defRPr>
            </a:pPr>
            <a:r>
              <a:rPr sz="1200" b="0">
                <a:solidFill>
                  <a:srgbClr val="8FA8AD"/>
                </a:solidFill>
                <a:latin typeface="Noto Sans JP"/>
                <a:ea typeface="Noto Sans JP"/>
                <a:cs typeface="Noto Sans JP"/>
              </a:rPr>
              <a:t>費用計 110,000円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DB4F51F-F028-4C7E-A6C3-A7ED3917A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4505325"/>
            <a:ext cx="2286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00" b="1">
                <a:solidFill>
                  <a:srgbClr val="E4BC72"/>
                </a:solidFill>
                <a:latin typeface="Noto Sans JP"/>
                <a:ea typeface="Noto Sans JP"/>
                <a:cs typeface="Noto Sans JP"/>
              </a:defRPr>
            </a:pPr>
            <a:r>
              <a:rPr sz="2100" b="1">
                <a:solidFill>
                  <a:srgbClr val="E4BC72"/>
                </a:solidFill>
                <a:latin typeface="Noto Sans JP"/>
                <a:ea typeface="Noto Sans JP"/>
                <a:cs typeface="Noto Sans JP"/>
              </a:rPr>
              <a:t>90,000円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BCBF72F-8957-47CC-BB97-F6DDB0077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762000" y="5114925"/>
            <a:ext cx="10725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9474E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4202A8B-D65E-444C-BCEE-C9989026D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60070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63DFEF"/>
                </a:solidFill>
                <a:latin typeface="Noto Sans JP"/>
                <a:ea typeface="Noto Sans JP"/>
                <a:cs typeface="Noto Sans JP"/>
              </a:defRPr>
            </a:pPr>
            <a:r>
              <a:rPr sz="975" b="1">
                <a:solidFill>
                  <a:srgbClr val="63DFEF"/>
                </a:solidFill>
                <a:latin typeface="Noto Sans JP"/>
                <a:ea typeface="Noto Sans JP"/>
                <a:cs typeface="Noto Sans JP"/>
              </a:rPr>
              <a:t>費用の仮定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E5AB52A-F40D-4CC7-91A6-A5ACDA740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5553075"/>
            <a:ext cx="9448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8FA8AD"/>
                </a:solidFill>
                <a:latin typeface="Noto Sans JP"/>
                <a:ea typeface="Noto Sans JP"/>
                <a:cs typeface="Noto Sans JP"/>
              </a:defRPr>
            </a:pPr>
            <a:r>
              <a:rPr sz="1200" b="0">
                <a:solidFill>
                  <a:srgbClr val="8FA8AD"/>
                </a:solidFill>
                <a:latin typeface="Noto Sans JP"/>
                <a:ea typeface="Noto Sans JP"/>
                <a:cs typeface="Noto Sans JP"/>
              </a:rPr>
              <a:t>外部費9千／1.5万／2万円＋作業12／21／30時間×3千円。各行別例。企業本格開発は含まず。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F0F4C62-FC3E-4F4D-9E2B-73B28C72A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27622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750" b="1">
                <a:solidFill>
                  <a:srgbClr val="557279"/>
                </a:solidFill>
                <a:latin typeface="Noto Sans JP"/>
                <a:ea typeface="Noto Sans JP"/>
                <a:cs typeface="Noto Sans JP"/>
              </a:defRPr>
            </a:pPr>
            <a:r>
              <a:rPr sz="750" b="1">
                <a:solidFill>
                  <a:srgbClr val="557279"/>
                </a:solidFill>
                <a:latin typeface="Noto Sans JP"/>
                <a:ea typeface="Noto Sans JP"/>
                <a:cs typeface="Noto Sans JP"/>
              </a:rPr>
              <a:t>AI NORIKO STARTER KIT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3BF15AA-BD3B-4FE4-B3F1-D6F463197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6467475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825" b="1">
                <a:solidFill>
                  <a:srgbClr val="63DFEF"/>
                </a:solidFill>
                <a:latin typeface="Noto Sans JP"/>
                <a:ea typeface="Noto Sans JP"/>
                <a:cs typeface="Noto Sans JP"/>
              </a:defRPr>
            </a:pPr>
            <a:r>
              <a:rPr sz="825" b="1">
                <a:solidFill>
                  <a:srgbClr val="63DFEF"/>
                </a:solidFill>
                <a:latin typeface="Noto Sans JP"/>
                <a:ea typeface="Noto Sans JP"/>
                <a:cs typeface="Noto Sans JP"/>
              </a:rPr>
              <a:t>45</a:t>
            </a:r>
          </a:p>
        </p:txBody>
      </p:sp>
    </p:spTree>
    <p:extLst>
      <p:ext uri="{BB962C8B-B14F-4D97-AF65-F5344CB8AC3E}">
        <p14:creationId xmlns:p14="http://schemas.microsoft.com/office/powerpoint/2010/main" val="1961678654"/>
      </p:ext>
    </p:extLst>
  </p:cSld>
</p:sld>
</file>

<file path=ppt/slides/slide46.xml><?xml version="1.0" encoding="utf-8"?>
<p:sld xmlns:p="http://schemas.openxmlformats.org/presentationml/2006/main">
  <p:cSld>
    <p:bg>
      <p:bgPr>
        <a:solidFill xmlns:a="http://schemas.openxmlformats.org/drawingml/2006/main">
          <a:srgbClr val="F7F4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D538DA7-716F-49F7-81AE-714C4CAE1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3429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138596"/>
                </a:solidFill>
                <a:latin typeface="Noto Sans JP"/>
                <a:ea typeface="Noto Sans JP"/>
                <a:cs typeface="Noto Sans JP"/>
              </a:defRPr>
            </a:pPr>
            <a:r>
              <a:rPr sz="975" b="1">
                <a:solidFill>
                  <a:srgbClr val="138596"/>
                </a:solidFill>
                <a:latin typeface="Noto Sans JP"/>
                <a:ea typeface="Noto Sans JP"/>
                <a:cs typeface="Noto Sans JP"/>
              </a:rPr>
              <a:t>06 / WORKSHEET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065DFF9-273A-4891-A28F-F42F6EB4D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62000"/>
            <a:ext cx="10820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150" b="1">
                <a:solidFill>
                  <a:srgbClr val="07161C"/>
                </a:solidFill>
                <a:latin typeface="Noto Sans JP"/>
                <a:ea typeface="Noto Sans JP"/>
                <a:cs typeface="Noto Sans JP"/>
              </a:defRPr>
            </a:pPr>
            <a:r>
              <a:rPr sz="3150" b="1">
                <a:solidFill>
                  <a:srgbClr val="07161C"/>
                </a:solidFill>
                <a:latin typeface="Noto Sans JP"/>
                <a:ea typeface="Noto Sans JP"/>
                <a:cs typeface="Noto Sans JP"/>
              </a:rPr>
              <a:t>誰の、何を、どこまで助けるか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68C45E1-A044-48B5-8D25-0DF3A85FF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495425"/>
            <a:ext cx="10287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425" b="0">
                <a:solidFill>
                  <a:srgbClr val="607579"/>
                </a:solidFill>
                <a:latin typeface="Noto Sans JP"/>
                <a:ea typeface="Noto Sans JP"/>
                <a:cs typeface="Noto Sans JP"/>
              </a:defRPr>
            </a:pPr>
            <a:r>
              <a:rPr sz="1425" b="0">
                <a:solidFill>
                  <a:srgbClr val="607579"/>
                </a:solidFill>
                <a:latin typeface="Noto Sans JP"/>
                <a:ea typeface="Noto Sans JP"/>
                <a:cs typeface="Noto Sans JP"/>
              </a:rPr>
              <a:t>P19で「誰に・成果・範囲・費用・フォロー」を具体化します。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B942D38-B515-4AD6-A2C2-D5264311A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85800" y="1971675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8D4CF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83BC428-4E9B-4310-AD06-6418D9D9B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266950"/>
            <a:ext cx="952500" cy="495300"/>
          </a:xfrm>
          <a:prstGeom xmlns:a="http://schemas.openxmlformats.org/drawingml/2006/main" prst="roundRect">
            <a:avLst>
              <a:gd name="adj" fmla="val 9615"/>
            </a:avLst>
          </a:prstGeom>
          <a:solidFill xmlns:a="http://schemas.openxmlformats.org/drawingml/2006/main">
            <a:srgbClr val="07161C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63DFEF"/>
                </a:solidFill>
                <a:latin typeface="Noto Sans JP"/>
                <a:ea typeface="Noto Sans JP"/>
                <a:cs typeface="Noto Sans JP"/>
              </a:defRPr>
            </a:pPr>
            <a:r>
              <a:rPr sz="1050" b="1">
                <a:solidFill>
                  <a:srgbClr val="63DFEF"/>
                </a:solidFill>
                <a:latin typeface="Noto Sans JP"/>
                <a:ea typeface="Noto Sans JP"/>
                <a:cs typeface="Noto Sans JP"/>
              </a:rPr>
              <a:t>WHO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17CD1D0-94D4-410F-89AA-C53A23426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2266950"/>
            <a:ext cx="1524000" cy="495300"/>
          </a:xfrm>
          <a:prstGeom xmlns:a="http://schemas.openxmlformats.org/drawingml/2006/main" prst="roundRect">
            <a:avLst>
              <a:gd name="adj" fmla="val 961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D4CF"/>
            </a:solidFill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07161C"/>
                </a:solidFill>
                <a:latin typeface="Noto Sans JP"/>
                <a:ea typeface="Noto Sans JP"/>
                <a:cs typeface="Noto Sans JP"/>
              </a:defRPr>
            </a:pPr>
            <a:r>
              <a:rPr sz="1500" b="1">
                <a:solidFill>
                  <a:srgbClr val="07161C"/>
                </a:solidFill>
                <a:latin typeface="Noto Sans JP"/>
                <a:ea typeface="Noto Sans JP"/>
                <a:cs typeface="Noto Sans JP"/>
              </a:rPr>
              <a:t>誰に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FC96340-D705-499B-A5BC-BB73D09BF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266950"/>
            <a:ext cx="7715250" cy="495300"/>
          </a:xfrm>
          <a:prstGeom xmlns:a="http://schemas.openxmlformats.org/drawingml/2006/main" prst="roundRect">
            <a:avLst>
              <a:gd name="adj" fmla="val 961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D4CF"/>
            </a:solidFill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75" b="0">
                <a:solidFill>
                  <a:srgbClr val="607579"/>
                </a:solidFill>
                <a:latin typeface="Noto Sans JP"/>
                <a:ea typeface="Noto Sans JP"/>
                <a:cs typeface="Noto Sans JP"/>
              </a:defRPr>
            </a:pPr>
            <a:r>
              <a:rPr sz="1275" b="0">
                <a:solidFill>
                  <a:srgbClr val="607579"/>
                </a:solidFill>
                <a:latin typeface="Noto Sans JP"/>
                <a:ea typeface="Noto Sans JP"/>
                <a:cs typeface="Noto Sans JP"/>
              </a:rPr>
              <a:t>例：毎回同じ相談を受ける経営者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F5AA902-6EB0-40DB-8966-BC130B8B2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962275"/>
            <a:ext cx="952500" cy="495300"/>
          </a:xfrm>
          <a:prstGeom xmlns:a="http://schemas.openxmlformats.org/drawingml/2006/main" prst="roundRect">
            <a:avLst>
              <a:gd name="adj" fmla="val 9615"/>
            </a:avLst>
          </a:prstGeom>
          <a:solidFill xmlns:a="http://schemas.openxmlformats.org/drawingml/2006/main">
            <a:srgbClr val="07161C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63DFEF"/>
                </a:solidFill>
                <a:latin typeface="Noto Sans JP"/>
                <a:ea typeface="Noto Sans JP"/>
                <a:cs typeface="Noto Sans JP"/>
              </a:defRPr>
            </a:pPr>
            <a:r>
              <a:rPr sz="1050" b="1">
                <a:solidFill>
                  <a:srgbClr val="63DFEF"/>
                </a:solidFill>
                <a:latin typeface="Noto Sans JP"/>
                <a:ea typeface="Noto Sans JP"/>
                <a:cs typeface="Noto Sans JP"/>
              </a:rPr>
              <a:t>PAIN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18EF3E0-4D29-4FA8-BA58-41F9EE3E4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2962275"/>
            <a:ext cx="1524000" cy="495300"/>
          </a:xfrm>
          <a:prstGeom xmlns:a="http://schemas.openxmlformats.org/drawingml/2006/main" prst="roundRect">
            <a:avLst>
              <a:gd name="adj" fmla="val 961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D4CF"/>
            </a:solidFill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07161C"/>
                </a:solidFill>
                <a:latin typeface="Noto Sans JP"/>
                <a:ea typeface="Noto Sans JP"/>
                <a:cs typeface="Noto Sans JP"/>
              </a:defRPr>
            </a:pPr>
            <a:r>
              <a:rPr sz="1500" b="1">
                <a:solidFill>
                  <a:srgbClr val="07161C"/>
                </a:solidFill>
                <a:latin typeface="Noto Sans JP"/>
                <a:ea typeface="Noto Sans JP"/>
                <a:cs typeface="Noto Sans JP"/>
              </a:rPr>
              <a:t>何の悩み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2BFC832-BD2B-49EC-9F2D-BC5FF107D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962275"/>
            <a:ext cx="7715250" cy="495300"/>
          </a:xfrm>
          <a:prstGeom xmlns:a="http://schemas.openxmlformats.org/drawingml/2006/main" prst="roundRect">
            <a:avLst>
              <a:gd name="adj" fmla="val 961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D4CF"/>
            </a:solidFill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75" b="0">
                <a:solidFill>
                  <a:srgbClr val="607579"/>
                </a:solidFill>
                <a:latin typeface="Noto Sans JP"/>
                <a:ea typeface="Noto Sans JP"/>
                <a:cs typeface="Noto Sans JP"/>
              </a:defRPr>
            </a:pPr>
            <a:r>
              <a:rPr sz="1275" b="0">
                <a:solidFill>
                  <a:srgbClr val="607579"/>
                </a:solidFill>
                <a:latin typeface="Noto Sans JP"/>
                <a:ea typeface="Noto Sans JP"/>
                <a:cs typeface="Noto Sans JP"/>
              </a:rPr>
              <a:t>例：判断基準が言語化されず、相談が集中する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B471FA9-1CB0-49E2-B03C-C677D17A9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657600"/>
            <a:ext cx="952500" cy="495300"/>
          </a:xfrm>
          <a:prstGeom xmlns:a="http://schemas.openxmlformats.org/drawingml/2006/main" prst="roundRect">
            <a:avLst>
              <a:gd name="adj" fmla="val 9615"/>
            </a:avLst>
          </a:prstGeom>
          <a:solidFill xmlns:a="http://schemas.openxmlformats.org/drawingml/2006/main">
            <a:srgbClr val="07161C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63DFEF"/>
                </a:solidFill>
                <a:latin typeface="Noto Sans JP"/>
                <a:ea typeface="Noto Sans JP"/>
                <a:cs typeface="Noto Sans JP"/>
              </a:defRPr>
            </a:pPr>
            <a:r>
              <a:rPr sz="1050" b="1">
                <a:solidFill>
                  <a:srgbClr val="63DFEF"/>
                </a:solidFill>
                <a:latin typeface="Noto Sans JP"/>
                <a:ea typeface="Noto Sans JP"/>
                <a:cs typeface="Noto Sans JP"/>
              </a:rPr>
              <a:t>RESULT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EFAF6D1-1683-40C0-A17E-BD4E51921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3657600"/>
            <a:ext cx="1524000" cy="495300"/>
          </a:xfrm>
          <a:prstGeom xmlns:a="http://schemas.openxmlformats.org/drawingml/2006/main" prst="roundRect">
            <a:avLst>
              <a:gd name="adj" fmla="val 961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D4CF"/>
            </a:solidFill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07161C"/>
                </a:solidFill>
                <a:latin typeface="Noto Sans JP"/>
                <a:ea typeface="Noto Sans JP"/>
                <a:cs typeface="Noto Sans JP"/>
              </a:defRPr>
            </a:pPr>
            <a:r>
              <a:rPr sz="1500" b="1">
                <a:solidFill>
                  <a:srgbClr val="07161C"/>
                </a:solidFill>
                <a:latin typeface="Noto Sans JP"/>
                <a:ea typeface="Noto Sans JP"/>
                <a:cs typeface="Noto Sans JP"/>
              </a:rPr>
              <a:t>どう変える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C35F7D0-BCD7-4E81-B783-B176F0E76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657600"/>
            <a:ext cx="7715250" cy="495300"/>
          </a:xfrm>
          <a:prstGeom xmlns:a="http://schemas.openxmlformats.org/drawingml/2006/main" prst="roundRect">
            <a:avLst>
              <a:gd name="adj" fmla="val 961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D4CF"/>
            </a:solidFill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75" b="0">
                <a:solidFill>
                  <a:srgbClr val="607579"/>
                </a:solidFill>
                <a:latin typeface="Noto Sans JP"/>
                <a:ea typeface="Noto Sans JP"/>
                <a:cs typeface="Noto Sans JP"/>
              </a:defRPr>
            </a:pPr>
            <a:r>
              <a:rPr sz="1275" b="0">
                <a:solidFill>
                  <a:srgbClr val="607579"/>
                </a:solidFill>
                <a:latin typeface="Noto Sans JP"/>
                <a:ea typeface="Noto Sans JP"/>
                <a:cs typeface="Noto Sans JP"/>
              </a:rPr>
              <a:t>例：社員が社長へ確認するための論点を整理できる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7AA813F-7201-40E2-B500-2CDDAE9209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352925"/>
            <a:ext cx="952500" cy="495300"/>
          </a:xfrm>
          <a:prstGeom xmlns:a="http://schemas.openxmlformats.org/drawingml/2006/main" prst="roundRect">
            <a:avLst>
              <a:gd name="adj" fmla="val 9615"/>
            </a:avLst>
          </a:prstGeom>
          <a:solidFill xmlns:a="http://schemas.openxmlformats.org/drawingml/2006/main">
            <a:srgbClr val="07161C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63DFEF"/>
                </a:solidFill>
                <a:latin typeface="Noto Sans JP"/>
                <a:ea typeface="Noto Sans JP"/>
                <a:cs typeface="Noto Sans JP"/>
              </a:defRPr>
            </a:pPr>
            <a:r>
              <a:rPr sz="1050" b="1">
                <a:solidFill>
                  <a:srgbClr val="63DFEF"/>
                </a:solidFill>
                <a:latin typeface="Noto Sans JP"/>
                <a:ea typeface="Noto Sans JP"/>
                <a:cs typeface="Noto Sans JP"/>
              </a:rPr>
              <a:t>SCOPE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6F28D10-7A72-4025-B4E7-CE836D865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4352925"/>
            <a:ext cx="1524000" cy="495300"/>
          </a:xfrm>
          <a:prstGeom xmlns:a="http://schemas.openxmlformats.org/drawingml/2006/main" prst="roundRect">
            <a:avLst>
              <a:gd name="adj" fmla="val 961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D4CF"/>
            </a:solidFill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07161C"/>
                </a:solidFill>
                <a:latin typeface="Noto Sans JP"/>
                <a:ea typeface="Noto Sans JP"/>
                <a:cs typeface="Noto Sans JP"/>
              </a:defRPr>
            </a:pPr>
            <a:r>
              <a:rPr sz="1500" b="1">
                <a:solidFill>
                  <a:srgbClr val="07161C"/>
                </a:solidFill>
                <a:latin typeface="Noto Sans JP"/>
                <a:ea typeface="Noto Sans JP"/>
                <a:cs typeface="Noto Sans JP"/>
              </a:rPr>
              <a:t>どこまで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82BDABA-D100-47DD-8AF6-F99D40A20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4352925"/>
            <a:ext cx="7715250" cy="495300"/>
          </a:xfrm>
          <a:prstGeom xmlns:a="http://schemas.openxmlformats.org/drawingml/2006/main" prst="roundRect">
            <a:avLst>
              <a:gd name="adj" fmla="val 961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D4CF"/>
            </a:solidFill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75" b="0">
                <a:solidFill>
                  <a:srgbClr val="607579"/>
                </a:solidFill>
                <a:latin typeface="Noto Sans JP"/>
                <a:ea typeface="Noto Sans JP"/>
                <a:cs typeface="Noto Sans JP"/>
              </a:defRPr>
            </a:pPr>
            <a:r>
              <a:rPr sz="1275" b="0">
                <a:solidFill>
                  <a:srgbClr val="607579"/>
                </a:solidFill>
                <a:latin typeface="Noto Sans JP"/>
                <a:ea typeface="Noto Sans JP"/>
                <a:cs typeface="Noto Sans JP"/>
              </a:rPr>
              <a:t>例：責任者向け試作まで。社員公開の安全対策は別途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9EE6CA5-BF0F-4BDC-B324-3ABC18F5E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048250"/>
            <a:ext cx="952500" cy="495300"/>
          </a:xfrm>
          <a:prstGeom xmlns:a="http://schemas.openxmlformats.org/drawingml/2006/main" prst="roundRect">
            <a:avLst>
              <a:gd name="adj" fmla="val 9615"/>
            </a:avLst>
          </a:prstGeom>
          <a:solidFill xmlns:a="http://schemas.openxmlformats.org/drawingml/2006/main">
            <a:srgbClr val="FFF1C9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7A550D"/>
                </a:solidFill>
                <a:latin typeface="Noto Sans JP"/>
                <a:ea typeface="Noto Sans JP"/>
                <a:cs typeface="Noto Sans JP"/>
              </a:defRPr>
            </a:pPr>
            <a:r>
              <a:rPr sz="1050" b="1">
                <a:solidFill>
                  <a:srgbClr val="7A550D"/>
                </a:solidFill>
                <a:latin typeface="Noto Sans JP"/>
                <a:ea typeface="Noto Sans JP"/>
                <a:cs typeface="Noto Sans JP"/>
              </a:rPr>
              <a:t>SUPPORT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9B26D53-1A67-4E75-9CDD-6ECE16F53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5048250"/>
            <a:ext cx="1524000" cy="495300"/>
          </a:xfrm>
          <a:prstGeom xmlns:a="http://schemas.openxmlformats.org/drawingml/2006/main" prst="roundRect">
            <a:avLst>
              <a:gd name="adj" fmla="val 961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D4CF"/>
            </a:solidFill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07161C"/>
                </a:solidFill>
                <a:latin typeface="Noto Sans JP"/>
                <a:ea typeface="Noto Sans JP"/>
                <a:cs typeface="Noto Sans JP"/>
              </a:defRPr>
            </a:pPr>
            <a:r>
              <a:rPr sz="1500" b="1">
                <a:solidFill>
                  <a:srgbClr val="07161C"/>
                </a:solidFill>
                <a:latin typeface="Noto Sans JP"/>
                <a:ea typeface="Noto Sans JP"/>
                <a:cs typeface="Noto Sans JP"/>
              </a:rPr>
              <a:t>その後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3FDA379-6BAA-41DA-BEEB-469EF9BFD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5048250"/>
            <a:ext cx="7715250" cy="495300"/>
          </a:xfrm>
          <a:prstGeom xmlns:a="http://schemas.openxmlformats.org/drawingml/2006/main" prst="roundRect">
            <a:avLst>
              <a:gd name="adj" fmla="val 961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D4CF"/>
            </a:solidFill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75" b="0">
                <a:solidFill>
                  <a:srgbClr val="607579"/>
                </a:solidFill>
                <a:latin typeface="Noto Sans JP"/>
                <a:ea typeface="Noto Sans JP"/>
                <a:cs typeface="Noto Sans JP"/>
              </a:defRPr>
            </a:pPr>
            <a:r>
              <a:rPr sz="1275" b="0">
                <a:solidFill>
                  <a:srgbClr val="607579"/>
                </a:solidFill>
                <a:latin typeface="Noto Sans JP"/>
                <a:ea typeface="Noto Sans JP"/>
                <a:cs typeface="Noto Sans JP"/>
              </a:rPr>
              <a:t>例：更新担当・対応回数・期限・停止時の連絡先を決める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C6FCD2A-7903-4BB4-A33A-11BBBF931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27622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750" b="1">
                <a:solidFill>
                  <a:srgbClr val="7C908E"/>
                </a:solidFill>
                <a:latin typeface="Noto Sans JP"/>
                <a:ea typeface="Noto Sans JP"/>
                <a:cs typeface="Noto Sans JP"/>
              </a:defRPr>
            </a:pPr>
            <a:r>
              <a:rPr sz="750" b="1">
                <a:solidFill>
                  <a:srgbClr val="7C908E"/>
                </a:solidFill>
                <a:latin typeface="Noto Sans JP"/>
                <a:ea typeface="Noto Sans JP"/>
                <a:cs typeface="Noto Sans JP"/>
              </a:rPr>
              <a:t>AI NORIKO STARTER KIT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E6B692B-8D38-4C6E-A6A8-2EB9CC9E6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6467475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825" b="1">
                <a:solidFill>
                  <a:srgbClr val="138596"/>
                </a:solidFill>
                <a:latin typeface="Noto Sans JP"/>
                <a:ea typeface="Noto Sans JP"/>
                <a:cs typeface="Noto Sans JP"/>
              </a:defRPr>
            </a:pPr>
            <a:r>
              <a:rPr sz="825" b="1">
                <a:solidFill>
                  <a:srgbClr val="138596"/>
                </a:solidFill>
                <a:latin typeface="Noto Sans JP"/>
                <a:ea typeface="Noto Sans JP"/>
                <a:cs typeface="Noto Sans JP"/>
              </a:rPr>
              <a:t>46</a:t>
            </a:r>
          </a:p>
        </p:txBody>
      </p:sp>
    </p:spTree>
    <p:extLst>
      <p:ext uri="{BB962C8B-B14F-4D97-AF65-F5344CB8AC3E}">
        <p14:creationId xmlns:p14="http://schemas.microsoft.com/office/powerpoint/2010/main" val="937173060"/>
      </p:ext>
    </p:extLst>
  </p:cSld>
</p:sld>
</file>

<file path=ppt/slides/slide47.xml><?xml version="1.0" encoding="utf-8"?>
<p:sld xmlns:p="http://schemas.openxmlformats.org/presentationml/2006/main">
  <p:cSld>
    <p:bg>
      <p:bgPr>
        <a:solidFill xmlns:a="http://schemas.openxmlformats.org/drawingml/2006/main">
          <a:srgbClr val="07161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2F771556-20E7-4BA8-ABD5-7DBFFD1AC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3429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63DFEF"/>
                </a:solidFill>
                <a:latin typeface="Noto Sans JP"/>
                <a:ea typeface="Noto Sans JP"/>
                <a:cs typeface="Noto Sans JP"/>
              </a:defRPr>
            </a:pPr>
            <a:r>
              <a:rPr sz="975" b="1">
                <a:solidFill>
                  <a:srgbClr val="63DFEF"/>
                </a:solidFill>
                <a:latin typeface="Noto Sans JP"/>
                <a:ea typeface="Noto Sans JP"/>
                <a:cs typeface="Noto Sans JP"/>
              </a:rPr>
              <a:t>06 / SCOPE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9B657CD-C6B9-4D32-9BA9-6706A97E6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62000"/>
            <a:ext cx="10820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150" b="1">
                <a:solidFill>
                  <a:srgbClr val="EAF7F8"/>
                </a:solidFill>
                <a:latin typeface="Noto Sans JP"/>
                <a:ea typeface="Noto Sans JP"/>
                <a:cs typeface="Noto Sans JP"/>
              </a:defRPr>
            </a:pPr>
            <a:r>
              <a:rPr sz="3150" b="1">
                <a:solidFill>
                  <a:srgbClr val="EAF7F8"/>
                </a:solidFill>
                <a:latin typeface="Noto Sans JP"/>
                <a:ea typeface="Noto Sans JP"/>
                <a:cs typeface="Noto Sans JP"/>
              </a:rPr>
              <a:t>最初に「含む・含まない」を決める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49DFEE2-2705-4200-9032-AA9DF7ABD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495425"/>
            <a:ext cx="10287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425" b="0">
                <a:solidFill>
                  <a:srgbClr val="8FA8AD"/>
                </a:solidFill>
                <a:latin typeface="Noto Sans JP"/>
                <a:ea typeface="Noto Sans JP"/>
                <a:cs typeface="Noto Sans JP"/>
              </a:defRPr>
            </a:pPr>
            <a:r>
              <a:rPr sz="1425" b="0">
                <a:solidFill>
                  <a:srgbClr val="8FA8AD"/>
                </a:solidFill>
                <a:latin typeface="Noto Sans JP"/>
                <a:ea typeface="Noto Sans JP"/>
                <a:cs typeface="Noto Sans JP"/>
              </a:rPr>
              <a:t>導入、知識整理、試作、本番開発、月次支援を別々に見積もります。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6969D9C-650C-4360-9805-4C428A60D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85800" y="1971675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34149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A5FCFF0-FB36-4139-8A11-7B01812E4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400300"/>
            <a:ext cx="4953000" cy="2895600"/>
          </a:xfrm>
          <a:prstGeom xmlns:a="http://schemas.openxmlformats.org/drawingml/2006/main" prst="roundRect">
            <a:avLst>
              <a:gd name="adj" fmla="val 2961"/>
            </a:avLst>
          </a:prstGeom>
          <a:solidFill xmlns:a="http://schemas.openxmlformats.org/drawingml/2006/main">
            <a:srgbClr val="0A2027"/>
          </a:solidFill>
          <a:ln xmlns:a="http://schemas.openxmlformats.org/drawingml/2006/main" w="9525">
            <a:solidFill>
              <a:srgbClr val="2A5863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61C91E7-C45F-438A-A6B4-9B3D4B56D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667000"/>
            <a:ext cx="1333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025" b="1">
                <a:solidFill>
                  <a:srgbClr val="63DFEF"/>
                </a:solidFill>
                <a:latin typeface="Noto Sans JP"/>
                <a:ea typeface="Noto Sans JP"/>
                <a:cs typeface="Noto Sans JP"/>
              </a:defRPr>
            </a:pPr>
            <a:r>
              <a:rPr sz="2025" b="1">
                <a:solidFill>
                  <a:srgbClr val="63DFEF"/>
                </a:solidFill>
                <a:latin typeface="Noto Sans JP"/>
                <a:ea typeface="Noto Sans JP"/>
                <a:cs typeface="Noto Sans JP"/>
              </a:rPr>
              <a:t>含む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D6F6EBF-64CE-4F7A-A97D-C23CD10A4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3718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38596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019BFCD-347A-406D-B92A-4B40A8EB2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362325"/>
            <a:ext cx="190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FFFFFF"/>
                </a:solidFill>
                <a:latin typeface="Noto Sans JP"/>
                <a:ea typeface="Noto Sans JP"/>
                <a:cs typeface="Noto Sans JP"/>
              </a:defRPr>
            </a:pPr>
            <a:r>
              <a:rPr sz="1200" b="1">
                <a:solidFill>
                  <a:srgbClr val="FFFFFF"/>
                </a:solidFill>
                <a:latin typeface="Noto Sans JP"/>
                <a:ea typeface="Noto Sans JP"/>
                <a:cs typeface="Noto Sans JP"/>
              </a:rPr>
              <a:t>✓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6CB2D03-33CF-4DD8-B657-039D8AF1D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3352800"/>
            <a:ext cx="36957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425" b="1">
                <a:solidFill>
                  <a:srgbClr val="EAF7F8"/>
                </a:solidFill>
                <a:latin typeface="Noto Sans JP"/>
                <a:ea typeface="Noto Sans JP"/>
                <a:cs typeface="Noto Sans JP"/>
              </a:defRPr>
            </a:pPr>
            <a:r>
              <a:rPr sz="1425" b="1">
                <a:solidFill>
                  <a:srgbClr val="EAF7F8"/>
                </a:solidFill>
                <a:latin typeface="Noto Sans JP"/>
                <a:ea typeface="Noto Sans JP"/>
                <a:cs typeface="Noto Sans JP"/>
              </a:rPr>
              <a:t>スターターキットの導入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DE7DBB8-AFD1-4290-8227-B1B6314B4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8290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38596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C710A59-ACD3-42EA-BBBF-531C67B0B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819525"/>
            <a:ext cx="190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FFFFFF"/>
                </a:solidFill>
                <a:latin typeface="Noto Sans JP"/>
                <a:ea typeface="Noto Sans JP"/>
                <a:cs typeface="Noto Sans JP"/>
              </a:defRPr>
            </a:pPr>
            <a:r>
              <a:rPr sz="1200" b="1">
                <a:solidFill>
                  <a:srgbClr val="FFFFFF"/>
                </a:solidFill>
                <a:latin typeface="Noto Sans JP"/>
                <a:ea typeface="Noto Sans JP"/>
                <a:cs typeface="Noto Sans JP"/>
              </a:rPr>
              <a:t>✓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D83829A-507A-4BF8-96A4-29A0D4F16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3810000"/>
            <a:ext cx="36957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425" b="1">
                <a:solidFill>
                  <a:srgbClr val="EAF7F8"/>
                </a:solidFill>
                <a:latin typeface="Noto Sans JP"/>
                <a:ea typeface="Noto Sans JP"/>
                <a:cs typeface="Noto Sans JP"/>
              </a:defRPr>
            </a:pPr>
            <a:r>
              <a:rPr sz="1425" b="1">
                <a:solidFill>
                  <a:srgbClr val="EAF7F8"/>
                </a:solidFill>
                <a:latin typeface="Noto Sans JP"/>
                <a:ea typeface="Noto Sans JP"/>
                <a:cs typeface="Noto Sans JP"/>
              </a:rPr>
              <a:t>基本設定と起動確認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8FB33B4-B2F0-4EC4-A459-8096B0CC7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2862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38596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5020D1E-6C85-498D-BE1C-836838320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276725"/>
            <a:ext cx="190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FFFFFF"/>
                </a:solidFill>
                <a:latin typeface="Noto Sans JP"/>
                <a:ea typeface="Noto Sans JP"/>
                <a:cs typeface="Noto Sans JP"/>
              </a:defRPr>
            </a:pPr>
            <a:r>
              <a:rPr sz="1200" b="1">
                <a:solidFill>
                  <a:srgbClr val="FFFFFF"/>
                </a:solidFill>
                <a:latin typeface="Noto Sans JP"/>
                <a:ea typeface="Noto Sans JP"/>
                <a:cs typeface="Noto Sans JP"/>
              </a:rPr>
              <a:t>✓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6C230E7-7678-41D5-B912-3AF1C8308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267200"/>
            <a:ext cx="36957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425" b="1">
                <a:solidFill>
                  <a:srgbClr val="EAF7F8"/>
                </a:solidFill>
                <a:latin typeface="Noto Sans JP"/>
                <a:ea typeface="Noto Sans JP"/>
                <a:cs typeface="Noto Sans JP"/>
              </a:defRPr>
            </a:pPr>
            <a:r>
              <a:rPr sz="1425" b="1">
                <a:solidFill>
                  <a:srgbClr val="EAF7F8"/>
                </a:solidFill>
                <a:latin typeface="Noto Sans JP"/>
                <a:ea typeface="Noto Sans JP"/>
                <a:cs typeface="Noto Sans JP"/>
              </a:rPr>
              <a:t>活用例の練習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520D6CE-6596-4E93-93D2-414533CE4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7434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38596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87DE3CB-1784-4BB9-A38D-97725FBBA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733925"/>
            <a:ext cx="190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FFFFFF"/>
                </a:solidFill>
                <a:latin typeface="Noto Sans JP"/>
                <a:ea typeface="Noto Sans JP"/>
                <a:cs typeface="Noto Sans JP"/>
              </a:defRPr>
            </a:pPr>
            <a:r>
              <a:rPr sz="1200" b="1">
                <a:solidFill>
                  <a:srgbClr val="FFFFFF"/>
                </a:solidFill>
                <a:latin typeface="Noto Sans JP"/>
                <a:ea typeface="Noto Sans JP"/>
                <a:cs typeface="Noto Sans JP"/>
              </a:rPr>
              <a:t>✓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8A07C7B-4A8A-452A-A177-5649DB47E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724400"/>
            <a:ext cx="36957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425" b="1">
                <a:solidFill>
                  <a:srgbClr val="EAF7F8"/>
                </a:solidFill>
                <a:latin typeface="Noto Sans JP"/>
                <a:ea typeface="Noto Sans JP"/>
                <a:cs typeface="Noto Sans JP"/>
              </a:defRPr>
            </a:pPr>
            <a:r>
              <a:rPr sz="1425" b="1">
                <a:solidFill>
                  <a:srgbClr val="EAF7F8"/>
                </a:solidFill>
                <a:latin typeface="Noto Sans JP"/>
                <a:ea typeface="Noto Sans JP"/>
                <a:cs typeface="Noto Sans JP"/>
              </a:rPr>
              <a:t>決めた回数の質問対応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4B5B9DD-7EDD-4209-9635-17E41E2CC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400300"/>
            <a:ext cx="4953000" cy="2895600"/>
          </a:xfrm>
          <a:prstGeom xmlns:a="http://schemas.openxmlformats.org/drawingml/2006/main" prst="roundRect">
            <a:avLst>
              <a:gd name="adj" fmla="val 2961"/>
            </a:avLst>
          </a:prstGeom>
          <a:solidFill xmlns:a="http://schemas.openxmlformats.org/drawingml/2006/main">
            <a:srgbClr val="10272E"/>
          </a:solidFill>
          <a:ln xmlns:a="http://schemas.openxmlformats.org/drawingml/2006/main" w="9525">
            <a:solidFill>
              <a:srgbClr val="806A3D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34D4AFB-103D-47BA-BBCC-F883F8E57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2667000"/>
            <a:ext cx="1809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025" b="1">
                <a:solidFill>
                  <a:srgbClr val="E4BC72"/>
                </a:solidFill>
                <a:latin typeface="Noto Sans JP"/>
                <a:ea typeface="Noto Sans JP"/>
                <a:cs typeface="Noto Sans JP"/>
              </a:defRPr>
            </a:pPr>
            <a:r>
              <a:rPr sz="2025" b="1">
                <a:solidFill>
                  <a:srgbClr val="E4BC72"/>
                </a:solidFill>
                <a:latin typeface="Noto Sans JP"/>
                <a:ea typeface="Noto Sans JP"/>
                <a:cs typeface="Noto Sans JP"/>
              </a:rPr>
              <a:t>含まない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DAF5262-CB0B-4270-A2B5-630B722B2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3718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38596"/>
          </a:solidFill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D1264F8-A9CA-4A0B-AC8E-7C62B2B5B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3362325"/>
            <a:ext cx="190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FFFFFF"/>
                </a:solidFill>
                <a:latin typeface="Noto Sans JP"/>
                <a:ea typeface="Noto Sans JP"/>
                <a:cs typeface="Noto Sans JP"/>
              </a:defRPr>
            </a:pPr>
            <a:r>
              <a:rPr sz="1200" b="1">
                <a:solidFill>
                  <a:srgbClr val="FFFFFF"/>
                </a:solidFill>
                <a:latin typeface="Noto Sans JP"/>
                <a:ea typeface="Noto Sans JP"/>
                <a:cs typeface="Noto Sans JP"/>
              </a:rPr>
              <a:t>✓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725F0A9-6794-4854-90B7-E71FEA203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3352800"/>
            <a:ext cx="36957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425" b="1">
                <a:solidFill>
                  <a:srgbClr val="EAF7F8"/>
                </a:solidFill>
                <a:latin typeface="Noto Sans JP"/>
                <a:ea typeface="Noto Sans JP"/>
                <a:cs typeface="Noto Sans JP"/>
              </a:defRPr>
            </a:pPr>
            <a:r>
              <a:rPr sz="1425" b="1">
                <a:solidFill>
                  <a:srgbClr val="EAF7F8"/>
                </a:solidFill>
                <a:latin typeface="Noto Sans JP"/>
                <a:ea typeface="Noto Sans JP"/>
                <a:cs typeface="Noto Sans JP"/>
              </a:rPr>
              <a:t>無制限の追加カスタマイズ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316A150-1BE5-439D-A58D-BCFFC4531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8290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38596"/>
          </a:solidFill>
          <a:ln xmlns:a="http://schemas.openxmlformats.org/drawingml/2006/main" w="0">
            <a:noFill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E97A2ED-5E82-4A0A-9512-98C7B0E8A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3819525"/>
            <a:ext cx="190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FFFFFF"/>
                </a:solidFill>
                <a:latin typeface="Noto Sans JP"/>
                <a:ea typeface="Noto Sans JP"/>
                <a:cs typeface="Noto Sans JP"/>
              </a:defRPr>
            </a:pPr>
            <a:r>
              <a:rPr sz="1200" b="1">
                <a:solidFill>
                  <a:srgbClr val="FFFFFF"/>
                </a:solidFill>
                <a:latin typeface="Noto Sans JP"/>
                <a:ea typeface="Noto Sans JP"/>
                <a:cs typeface="Noto Sans JP"/>
              </a:rPr>
              <a:t>✓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E10C21D-0FB6-44DB-9E88-478D2BA1C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3810000"/>
            <a:ext cx="36957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425" b="1">
                <a:solidFill>
                  <a:srgbClr val="EAF7F8"/>
                </a:solidFill>
                <a:latin typeface="Noto Sans JP"/>
                <a:ea typeface="Noto Sans JP"/>
                <a:cs typeface="Noto Sans JP"/>
              </a:defRPr>
            </a:pPr>
            <a:r>
              <a:rPr sz="1425" b="1">
                <a:solidFill>
                  <a:srgbClr val="EAF7F8"/>
                </a:solidFill>
                <a:latin typeface="Noto Sans JP"/>
                <a:ea typeface="Noto Sans JP"/>
                <a:cs typeface="Noto Sans JP"/>
              </a:rPr>
              <a:t>外部サービスの利用料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DAEA89C-C686-411C-ABC8-B97515085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42862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38596"/>
          </a:solidFill>
          <a:ln xmlns:a="http://schemas.openxmlformats.org/drawingml/2006/main" w="0">
            <a:noFill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E89DF58-FBCD-4ED0-B322-D1A970A30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4276725"/>
            <a:ext cx="190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FFFFFF"/>
                </a:solidFill>
                <a:latin typeface="Noto Sans JP"/>
                <a:ea typeface="Noto Sans JP"/>
                <a:cs typeface="Noto Sans JP"/>
              </a:defRPr>
            </a:pPr>
            <a:r>
              <a:rPr sz="1200" b="1">
                <a:solidFill>
                  <a:srgbClr val="FFFFFF"/>
                </a:solidFill>
                <a:latin typeface="Noto Sans JP"/>
                <a:ea typeface="Noto Sans JP"/>
                <a:cs typeface="Noto Sans JP"/>
              </a:rPr>
              <a:t>✓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BE7A082-4E18-4545-934A-07941FB42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4267200"/>
            <a:ext cx="36957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425" b="1">
                <a:solidFill>
                  <a:srgbClr val="EAF7F8"/>
                </a:solidFill>
                <a:latin typeface="Noto Sans JP"/>
                <a:ea typeface="Noto Sans JP"/>
                <a:cs typeface="Noto Sans JP"/>
              </a:defRPr>
            </a:pPr>
            <a:r>
              <a:rPr sz="1425" b="1">
                <a:solidFill>
                  <a:srgbClr val="EAF7F8"/>
                </a:solidFill>
                <a:latin typeface="Noto Sans JP"/>
                <a:ea typeface="Noto Sans JP"/>
                <a:cs typeface="Noto Sans JP"/>
              </a:rPr>
              <a:t>社員用認証・権限・本番開発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2B033B9-865D-454E-9328-65E26F0BE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47434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38596"/>
          </a:solidFill>
          <a:ln xmlns:a="http://schemas.openxmlformats.org/drawingml/2006/main" w="0">
            <a:noFill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45A4493-F1BF-4629-B375-FE322BEC3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4733925"/>
            <a:ext cx="190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FFFFFF"/>
                </a:solidFill>
                <a:latin typeface="Noto Sans JP"/>
                <a:ea typeface="Noto Sans JP"/>
                <a:cs typeface="Noto Sans JP"/>
              </a:defRPr>
            </a:pPr>
            <a:r>
              <a:rPr sz="1200" b="1">
                <a:solidFill>
                  <a:srgbClr val="FFFFFF"/>
                </a:solidFill>
                <a:latin typeface="Noto Sans JP"/>
                <a:ea typeface="Noto Sans JP"/>
                <a:cs typeface="Noto Sans JP"/>
              </a:rPr>
              <a:t>✓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0DD07F9-691B-4268-8BB8-336B3E78E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4724400"/>
            <a:ext cx="36957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425" b="1">
                <a:solidFill>
                  <a:srgbClr val="EAF7F8"/>
                </a:solidFill>
                <a:latin typeface="Noto Sans JP"/>
                <a:ea typeface="Noto Sans JP"/>
                <a:cs typeface="Noto Sans JP"/>
              </a:defRPr>
            </a:pPr>
            <a:r>
              <a:rPr sz="1425" b="1">
                <a:solidFill>
                  <a:srgbClr val="EAF7F8"/>
                </a:solidFill>
                <a:latin typeface="Noto Sans JP"/>
                <a:ea typeface="Noto Sans JP"/>
                <a:cs typeface="Noto Sans JP"/>
              </a:rPr>
              <a:t>権利確認のない素材コピー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7E625B4-6580-4ACA-9D0F-CBEB1788A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638800"/>
            <a:ext cx="9144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425" b="1">
                <a:solidFill>
                  <a:srgbClr val="E4BC72"/>
                </a:solidFill>
                <a:latin typeface="Noto Sans JP"/>
                <a:ea typeface="Noto Sans JP"/>
                <a:cs typeface="Noto Sans JP"/>
              </a:defRPr>
            </a:pPr>
            <a:r>
              <a:rPr sz="1425" b="1">
                <a:solidFill>
                  <a:srgbClr val="E4BC72"/>
                </a:solidFill>
                <a:latin typeface="Noto Sans JP"/>
                <a:ea typeface="Noto Sans JP"/>
                <a:cs typeface="Noto Sans JP"/>
              </a:rPr>
              <a:t>契約・権限・再配布条件・保守範囲を明示。売上や精度を保証しない。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7430E9D-275F-497B-B77F-E523499C7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27622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750" b="1">
                <a:solidFill>
                  <a:srgbClr val="557279"/>
                </a:solidFill>
                <a:latin typeface="Noto Sans JP"/>
                <a:ea typeface="Noto Sans JP"/>
                <a:cs typeface="Noto Sans JP"/>
              </a:defRPr>
            </a:pPr>
            <a:r>
              <a:rPr sz="750" b="1">
                <a:solidFill>
                  <a:srgbClr val="557279"/>
                </a:solidFill>
                <a:latin typeface="Noto Sans JP"/>
                <a:ea typeface="Noto Sans JP"/>
                <a:cs typeface="Noto Sans JP"/>
              </a:rPr>
              <a:t>AI NORIKO STARTER KIT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AB9AC16-9C3F-4C0A-9793-176DECFB8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6467475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825" b="1">
                <a:solidFill>
                  <a:srgbClr val="63DFEF"/>
                </a:solidFill>
                <a:latin typeface="Noto Sans JP"/>
                <a:ea typeface="Noto Sans JP"/>
                <a:cs typeface="Noto Sans JP"/>
              </a:defRPr>
            </a:pPr>
            <a:r>
              <a:rPr sz="825" b="1">
                <a:solidFill>
                  <a:srgbClr val="63DFEF"/>
                </a:solidFill>
                <a:latin typeface="Noto Sans JP"/>
                <a:ea typeface="Noto Sans JP"/>
                <a:cs typeface="Noto Sans JP"/>
              </a:rPr>
              <a:t>47</a:t>
            </a:r>
          </a:p>
        </p:txBody>
      </p:sp>
    </p:spTree>
    <p:extLst>
      <p:ext uri="{BB962C8B-B14F-4D97-AF65-F5344CB8AC3E}">
        <p14:creationId xmlns:p14="http://schemas.microsoft.com/office/powerpoint/2010/main" val="597552321"/>
      </p:ext>
    </p:extLst>
  </p:cSld>
</p:sld>
</file>

<file path=ppt/slides/slide48.xml><?xml version="1.0" encoding="utf-8"?>
<p:sld xmlns:p="http://schemas.openxmlformats.org/presentationml/2006/main">
  <p:cSld>
    <p:bg>
      <p:bgPr>
        <a:solidFill xmlns:a="http://schemas.openxmlformats.org/drawingml/2006/main">
          <a:srgbClr val="F7F4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1FE41633-5710-4EB7-AFFF-8B7D1B3BC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3429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138596"/>
                </a:solidFill>
                <a:latin typeface="Noto Sans JP"/>
                <a:ea typeface="Noto Sans JP"/>
                <a:cs typeface="Noto Sans JP"/>
              </a:defRPr>
            </a:pPr>
            <a:r>
              <a:rPr sz="975" b="1">
                <a:solidFill>
                  <a:srgbClr val="138596"/>
                </a:solidFill>
                <a:latin typeface="Noto Sans JP"/>
                <a:ea typeface="Noto Sans JP"/>
                <a:cs typeface="Noto Sans JP"/>
              </a:rPr>
              <a:t>07 / ACTION PLAN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B33B80A-34AA-4BCB-9F04-1B4E79B2A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62000"/>
            <a:ext cx="10820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150" b="1">
                <a:solidFill>
                  <a:srgbClr val="07161C"/>
                </a:solidFill>
                <a:latin typeface="Noto Sans JP"/>
                <a:ea typeface="Noto Sans JP"/>
                <a:cs typeface="Noto Sans JP"/>
              </a:defRPr>
            </a:pPr>
            <a:r>
              <a:rPr sz="3150" b="1">
                <a:solidFill>
                  <a:srgbClr val="07161C"/>
                </a:solidFill>
                <a:latin typeface="Noto Sans JP"/>
                <a:ea typeface="Noto Sans JP"/>
                <a:cs typeface="Noto Sans JP"/>
              </a:rPr>
              <a:t>講義後7日間の進め方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6F1B9FB-4944-4BD1-A5B1-29F80A6EC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495425"/>
            <a:ext cx="10287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425" b="0">
                <a:solidFill>
                  <a:srgbClr val="607579"/>
                </a:solidFill>
                <a:latin typeface="Noto Sans JP"/>
                <a:ea typeface="Noto Sans JP"/>
                <a:cs typeface="Noto Sans JP"/>
              </a:defRPr>
            </a:pPr>
            <a:r>
              <a:rPr sz="1425" b="0">
                <a:solidFill>
                  <a:srgbClr val="607579"/>
                </a:solidFill>
                <a:latin typeface="Noto Sans JP"/>
                <a:ea typeface="Noto Sans JP"/>
                <a:cs typeface="Noto Sans JP"/>
              </a:rPr>
              <a:t>個人は日々の活用、会社用は責任者の試作。社員公開を急ぎません。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63F707D-9585-4E67-98B0-31F791CDC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85800" y="1971675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8D4CF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1E3A253-A81C-45DD-879B-17D362644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00300"/>
            <a:ext cx="1638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138596"/>
                </a:solidFill>
                <a:latin typeface="Noto Sans JP"/>
                <a:ea typeface="Noto Sans JP"/>
                <a:cs typeface="Noto Sans JP"/>
              </a:defRPr>
            </a:pPr>
            <a:r>
              <a:rPr sz="975" b="1">
                <a:solidFill>
                  <a:srgbClr val="138596"/>
                </a:solidFill>
                <a:latin typeface="Noto Sans JP"/>
                <a:ea typeface="Noto Sans JP"/>
                <a:cs typeface="Noto Sans JP"/>
              </a:rPr>
              <a:t>DAY 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ED935F7-74DF-45BE-8E3E-3E41B9744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867025"/>
            <a:ext cx="647700" cy="647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3DFEF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D2DCFC6-9D01-45B3-A1C7-919B365D6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028950"/>
            <a:ext cx="304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07161C"/>
                </a:solidFill>
                <a:latin typeface="Noto Sans JP"/>
                <a:ea typeface="Noto Sans JP"/>
                <a:cs typeface="Noto Sans JP"/>
              </a:defRPr>
            </a:pPr>
            <a:r>
              <a:rPr sz="1650" b="1">
                <a:solidFill>
                  <a:srgbClr val="07161C"/>
                </a:solidFill>
                <a:latin typeface="Noto Sans JP"/>
                <a:ea typeface="Noto Sans JP"/>
                <a:cs typeface="Noto Sans JP"/>
              </a:rPr>
              <a:t>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4F9BBAC-53A2-459A-91C1-CC63185D0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33800"/>
            <a:ext cx="16383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07161C"/>
                </a:solidFill>
                <a:latin typeface="Noto Sans JP"/>
                <a:ea typeface="Noto Sans JP"/>
                <a:cs typeface="Noto Sans JP"/>
              </a:defRPr>
            </a:pPr>
            <a:r>
              <a:rPr sz="1800" b="1">
                <a:solidFill>
                  <a:srgbClr val="07161C"/>
                </a:solidFill>
                <a:latin typeface="Noto Sans JP"/>
                <a:ea typeface="Noto Sans JP"/>
                <a:cs typeface="Noto Sans JP"/>
              </a:rPr>
              <a:t>起動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EFA819D-73CF-40B0-BBF7-67CA25157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305300"/>
            <a:ext cx="17526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607579"/>
                </a:solidFill>
                <a:latin typeface="Noto Sans JP"/>
                <a:ea typeface="Noto Sans JP"/>
                <a:cs typeface="Noto Sans JP"/>
              </a:defRPr>
            </a:pPr>
            <a:r>
              <a:rPr sz="1200" b="0">
                <a:solidFill>
                  <a:srgbClr val="607579"/>
                </a:solidFill>
                <a:latin typeface="Noto Sans JP"/>
                <a:ea typeface="Noto Sans JP"/>
                <a:cs typeface="Noto Sans JP"/>
              </a:rPr>
              <a:t>毎朝聞く質問を1つ決める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8D6844F-7E8A-4FB4-9820-6EB2CD851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828800" y="3190875"/>
            <a:ext cx="10001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AFC6C2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13CC355-6322-4F4A-B150-612DA1D0D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8925" y="2400300"/>
            <a:ext cx="1638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138596"/>
                </a:solidFill>
                <a:latin typeface="Noto Sans JP"/>
                <a:ea typeface="Noto Sans JP"/>
                <a:cs typeface="Noto Sans JP"/>
              </a:defRPr>
            </a:pPr>
            <a:r>
              <a:rPr sz="975" b="1">
                <a:solidFill>
                  <a:srgbClr val="138596"/>
                </a:solidFill>
                <a:latin typeface="Noto Sans JP"/>
                <a:ea typeface="Noto Sans JP"/>
                <a:cs typeface="Noto Sans JP"/>
              </a:rPr>
              <a:t>DAY 2-3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92FBED8-B647-4E54-BA3B-37927F28F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24225" y="2867025"/>
            <a:ext cx="647700" cy="647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3DFEF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2336A77-08D4-42AE-9CA6-B3095FE37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5675" y="3028950"/>
            <a:ext cx="304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07161C"/>
                </a:solidFill>
                <a:latin typeface="Noto Sans JP"/>
                <a:ea typeface="Noto Sans JP"/>
                <a:cs typeface="Noto Sans JP"/>
              </a:defRPr>
            </a:pPr>
            <a:r>
              <a:rPr sz="1650" b="1">
                <a:solidFill>
                  <a:srgbClr val="07161C"/>
                </a:solidFill>
                <a:latin typeface="Noto Sans JP"/>
                <a:ea typeface="Noto Sans JP"/>
                <a:cs typeface="Noto Sans JP"/>
              </a:rPr>
              <a:t>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92A9B74-5144-4314-89CB-DF6661B37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8925" y="3733800"/>
            <a:ext cx="16383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07161C"/>
                </a:solidFill>
                <a:latin typeface="Noto Sans JP"/>
                <a:ea typeface="Noto Sans JP"/>
                <a:cs typeface="Noto Sans JP"/>
              </a:defRPr>
            </a:pPr>
            <a:r>
              <a:rPr sz="1800" b="1">
                <a:solidFill>
                  <a:srgbClr val="07161C"/>
                </a:solidFill>
                <a:latin typeface="Noto Sans JP"/>
                <a:ea typeface="Noto Sans JP"/>
                <a:cs typeface="Noto Sans JP"/>
              </a:rPr>
              <a:t>実践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76D7BA2-EADF-44ED-AEFB-3F53E47E9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71775" y="4305300"/>
            <a:ext cx="17526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607579"/>
                </a:solidFill>
                <a:latin typeface="Noto Sans JP"/>
                <a:ea typeface="Noto Sans JP"/>
                <a:cs typeface="Noto Sans JP"/>
              </a:defRPr>
            </a:pPr>
            <a:r>
              <a:rPr sz="1200" b="0">
                <a:solidFill>
                  <a:srgbClr val="607579"/>
                </a:solidFill>
                <a:latin typeface="Noto Sans JP"/>
                <a:ea typeface="Noto Sans JP"/>
                <a:cs typeface="Noto Sans JP"/>
              </a:rPr>
              <a:t>予定・タスクを実際に使う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5C6A09E-ECBE-41A6-975A-E9484A0D1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3971925" y="3190875"/>
            <a:ext cx="10001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AFC6C2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D34A2E6-AC2F-4D36-B348-0059EF733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2400300"/>
            <a:ext cx="1638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138596"/>
                </a:solidFill>
                <a:latin typeface="Noto Sans JP"/>
                <a:ea typeface="Noto Sans JP"/>
                <a:cs typeface="Noto Sans JP"/>
              </a:defRPr>
            </a:pPr>
            <a:r>
              <a:rPr sz="975" b="1">
                <a:solidFill>
                  <a:srgbClr val="138596"/>
                </a:solidFill>
                <a:latin typeface="Noto Sans JP"/>
                <a:ea typeface="Noto Sans JP"/>
                <a:cs typeface="Noto Sans JP"/>
              </a:rPr>
              <a:t>DAY 4-5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58CDFE9-997F-4842-9DF8-53396FE9C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2867025"/>
            <a:ext cx="647700" cy="647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3DFEF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C031D88-ED8D-4EAC-89D8-62544B97C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3028950"/>
            <a:ext cx="304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07161C"/>
                </a:solidFill>
                <a:latin typeface="Noto Sans JP"/>
                <a:ea typeface="Noto Sans JP"/>
                <a:cs typeface="Noto Sans JP"/>
              </a:defRPr>
            </a:pPr>
            <a:r>
              <a:rPr sz="1650" b="1">
                <a:solidFill>
                  <a:srgbClr val="07161C"/>
                </a:solidFill>
                <a:latin typeface="Noto Sans JP"/>
                <a:ea typeface="Noto Sans JP"/>
                <a:cs typeface="Noto Sans JP"/>
              </a:rPr>
              <a:t>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1DB2387-96C9-4F00-ACA7-D630632F0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3733800"/>
            <a:ext cx="16383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07161C"/>
                </a:solidFill>
                <a:latin typeface="Noto Sans JP"/>
                <a:ea typeface="Noto Sans JP"/>
                <a:cs typeface="Noto Sans JP"/>
              </a:defRPr>
            </a:pPr>
            <a:r>
              <a:rPr sz="1800" b="1">
                <a:solidFill>
                  <a:srgbClr val="07161C"/>
                </a:solidFill>
                <a:latin typeface="Noto Sans JP"/>
                <a:ea typeface="Noto Sans JP"/>
                <a:cs typeface="Noto Sans JP"/>
              </a:rPr>
              <a:t>追加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52E3A95-7A32-487E-911F-D6D2CE29E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4305300"/>
            <a:ext cx="17526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607579"/>
                </a:solidFill>
                <a:latin typeface="Noto Sans JP"/>
                <a:ea typeface="Noto Sans JP"/>
                <a:cs typeface="Noto Sans JP"/>
              </a:defRPr>
            </a:pPr>
            <a:r>
              <a:rPr sz="1200" b="0">
                <a:solidFill>
                  <a:srgbClr val="607579"/>
                </a:solidFill>
                <a:latin typeface="Noto Sans JP"/>
                <a:ea typeface="Noto Sans JP"/>
                <a:cs typeface="Noto Sans JP"/>
              </a:rPr>
              <a:t>必要な連携を1つだけ試す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F6BFE01-3B7E-4807-B380-A54198337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115050" y="3190875"/>
            <a:ext cx="10001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AFC6C2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E219EB0-23B2-4228-AA29-8B4A7872D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5175" y="2400300"/>
            <a:ext cx="1638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138596"/>
                </a:solidFill>
                <a:latin typeface="Noto Sans JP"/>
                <a:ea typeface="Noto Sans JP"/>
                <a:cs typeface="Noto Sans JP"/>
              </a:defRPr>
            </a:pPr>
            <a:r>
              <a:rPr sz="975" b="1">
                <a:solidFill>
                  <a:srgbClr val="138596"/>
                </a:solidFill>
                <a:latin typeface="Noto Sans JP"/>
                <a:ea typeface="Noto Sans JP"/>
                <a:cs typeface="Noto Sans JP"/>
              </a:rPr>
              <a:t>DAY 6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6B0F8DE-E14C-4883-8AD4-192C1F6BF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10475" y="2867025"/>
            <a:ext cx="647700" cy="647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3DFEF"/>
          </a:solidFill>
          <a:ln xmlns:a="http://schemas.openxmlformats.org/drawingml/2006/main" w="0">
            <a:noFill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ECFF0DB-0D01-4551-972E-B581B4F78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1925" y="3028950"/>
            <a:ext cx="304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07161C"/>
                </a:solidFill>
                <a:latin typeface="Noto Sans JP"/>
                <a:ea typeface="Noto Sans JP"/>
                <a:cs typeface="Noto Sans JP"/>
              </a:defRPr>
            </a:pPr>
            <a:r>
              <a:rPr sz="1650" b="1">
                <a:solidFill>
                  <a:srgbClr val="07161C"/>
                </a:solidFill>
                <a:latin typeface="Noto Sans JP"/>
                <a:ea typeface="Noto Sans JP"/>
                <a:cs typeface="Noto Sans JP"/>
              </a:rPr>
              <a:t>4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C0910F5-F3DB-43E0-8F59-98D1AF0A2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5175" y="3733800"/>
            <a:ext cx="16383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07161C"/>
                </a:solidFill>
                <a:latin typeface="Noto Sans JP"/>
                <a:ea typeface="Noto Sans JP"/>
                <a:cs typeface="Noto Sans JP"/>
              </a:defRPr>
            </a:pPr>
            <a:r>
              <a:rPr sz="1800" b="1">
                <a:solidFill>
                  <a:srgbClr val="07161C"/>
                </a:solidFill>
                <a:latin typeface="Noto Sans JP"/>
                <a:ea typeface="Noto Sans JP"/>
                <a:cs typeface="Noto Sans JP"/>
              </a:rPr>
              <a:t>整理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659CA6C-73F3-440D-A7E7-ACF479A44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8025" y="4305300"/>
            <a:ext cx="17526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607579"/>
                </a:solidFill>
                <a:latin typeface="Noto Sans JP"/>
                <a:ea typeface="Noto Sans JP"/>
                <a:cs typeface="Noto Sans JP"/>
              </a:defRPr>
            </a:pPr>
            <a:r>
              <a:rPr sz="1200" b="0">
                <a:solidFill>
                  <a:srgbClr val="607579"/>
                </a:solidFill>
                <a:latin typeface="Noto Sans JP"/>
                <a:ea typeface="Noto Sans JP"/>
                <a:cs typeface="Noto Sans JP"/>
              </a:rPr>
              <a:t>できたこと・止まったことを記録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684AD90-35C6-466B-B515-4A6058034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8258175" y="3190875"/>
            <a:ext cx="10001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AFC6C2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09AC212-D4FB-4726-BD0F-0E14EDC52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2400300"/>
            <a:ext cx="1638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138596"/>
                </a:solidFill>
                <a:latin typeface="Noto Sans JP"/>
                <a:ea typeface="Noto Sans JP"/>
                <a:cs typeface="Noto Sans JP"/>
              </a:defRPr>
            </a:pPr>
            <a:r>
              <a:rPr sz="975" b="1">
                <a:solidFill>
                  <a:srgbClr val="138596"/>
                </a:solidFill>
                <a:latin typeface="Noto Sans JP"/>
                <a:ea typeface="Noto Sans JP"/>
                <a:cs typeface="Noto Sans JP"/>
              </a:rPr>
              <a:t>DAY 7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EC72827-6254-483B-BBF5-43EE1E8BF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2867025"/>
            <a:ext cx="647700" cy="647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4BC72"/>
          </a:solidFill>
          <a:ln xmlns:a="http://schemas.openxmlformats.org/drawingml/2006/main" w="0">
            <a:noFill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96227A0-3409-4B68-B8C1-E849D9AAF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3028950"/>
            <a:ext cx="304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07161C"/>
                </a:solidFill>
                <a:latin typeface="Noto Sans JP"/>
                <a:ea typeface="Noto Sans JP"/>
                <a:cs typeface="Noto Sans JP"/>
              </a:defRPr>
            </a:pPr>
            <a:r>
              <a:rPr sz="1650" b="1">
                <a:solidFill>
                  <a:srgbClr val="07161C"/>
                </a:solidFill>
                <a:latin typeface="Noto Sans JP"/>
                <a:ea typeface="Noto Sans JP"/>
                <a:cs typeface="Noto Sans JP"/>
              </a:rPr>
              <a:t>5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1EEF49F-6955-4FAB-BF82-A11FA8261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3733800"/>
            <a:ext cx="16383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07161C"/>
                </a:solidFill>
                <a:latin typeface="Noto Sans JP"/>
                <a:ea typeface="Noto Sans JP"/>
                <a:cs typeface="Noto Sans JP"/>
              </a:defRPr>
            </a:pPr>
            <a:r>
              <a:rPr sz="1800" b="1">
                <a:solidFill>
                  <a:srgbClr val="07161C"/>
                </a:solidFill>
                <a:latin typeface="Noto Sans JP"/>
                <a:ea typeface="Noto Sans JP"/>
                <a:cs typeface="Noto Sans JP"/>
              </a:rPr>
              <a:t>設計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EC31AA1-3A9C-413F-9B73-A75CB1337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4305300"/>
            <a:ext cx="17526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607579"/>
                </a:solidFill>
                <a:latin typeface="Noto Sans JP"/>
                <a:ea typeface="Noto Sans JP"/>
                <a:cs typeface="Noto Sans JP"/>
              </a:defRPr>
            </a:pPr>
            <a:r>
              <a:rPr sz="1200" b="0">
                <a:solidFill>
                  <a:srgbClr val="607579"/>
                </a:solidFill>
                <a:latin typeface="Noto Sans JP"/>
                <a:ea typeface="Noto Sans JP"/>
                <a:cs typeface="Noto Sans JP"/>
              </a:rPr>
              <a:t>自分の活用例または商品案を言葉にする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3759A1A-E2A0-4D45-8824-FC7A5B9AA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5581650"/>
            <a:ext cx="9182100" cy="419100"/>
          </a:xfrm>
          <a:prstGeom xmlns:a="http://schemas.openxmlformats.org/drawingml/2006/main" prst="roundRect">
            <a:avLst>
              <a:gd name="adj" fmla="val 15909"/>
            </a:avLst>
          </a:prstGeom>
          <a:solidFill xmlns:a="http://schemas.openxmlformats.org/drawingml/2006/main">
            <a:srgbClr val="07161C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425" b="1">
                <a:solidFill>
                  <a:srgbClr val="EAF7F8"/>
                </a:solidFill>
                <a:latin typeface="Noto Sans JP"/>
                <a:ea typeface="Noto Sans JP"/>
                <a:cs typeface="Noto Sans JP"/>
              </a:defRPr>
            </a:pPr>
            <a:r>
              <a:rPr sz="1425" b="1">
                <a:solidFill>
                  <a:srgbClr val="EAF7F8"/>
                </a:solidFill>
                <a:latin typeface="Noto Sans JP"/>
                <a:ea typeface="Noto Sans JP"/>
                <a:cs typeface="Noto Sans JP"/>
              </a:rPr>
              <a:t>7日後の確認：何回使ったか / 何が短縮できたか / 次に何を足すか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F8D213C-8560-427F-9C04-E2382E9D6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27622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750" b="1">
                <a:solidFill>
                  <a:srgbClr val="7C908E"/>
                </a:solidFill>
                <a:latin typeface="Noto Sans JP"/>
                <a:ea typeface="Noto Sans JP"/>
                <a:cs typeface="Noto Sans JP"/>
              </a:defRPr>
            </a:pPr>
            <a:r>
              <a:rPr sz="750" b="1">
                <a:solidFill>
                  <a:srgbClr val="7C908E"/>
                </a:solidFill>
                <a:latin typeface="Noto Sans JP"/>
                <a:ea typeface="Noto Sans JP"/>
                <a:cs typeface="Noto Sans JP"/>
              </a:rPr>
              <a:t>AI NORIKO STARTER KIT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418DD260-352D-4C0F-AC84-36F1CAB66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6467475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825" b="1">
                <a:solidFill>
                  <a:srgbClr val="138596"/>
                </a:solidFill>
                <a:latin typeface="Noto Sans JP"/>
                <a:ea typeface="Noto Sans JP"/>
                <a:cs typeface="Noto Sans JP"/>
              </a:defRPr>
            </a:pPr>
            <a:r>
              <a:rPr sz="825" b="1">
                <a:solidFill>
                  <a:srgbClr val="138596"/>
                </a:solidFill>
                <a:latin typeface="Noto Sans JP"/>
                <a:ea typeface="Noto Sans JP"/>
                <a:cs typeface="Noto Sans JP"/>
              </a:rPr>
              <a:t>48</a:t>
            </a:r>
          </a:p>
        </p:txBody>
      </p:sp>
    </p:spTree>
    <p:extLst>
      <p:ext uri="{BB962C8B-B14F-4D97-AF65-F5344CB8AC3E}">
        <p14:creationId xmlns:p14="http://schemas.microsoft.com/office/powerpoint/2010/main" val="50805806"/>
      </p:ext>
    </p:extLst>
  </p:cSld>
</p:sld>
</file>

<file path=ppt/slides/slide49.xml><?xml version="1.0" encoding="utf-8"?>
<p:sld xmlns:p="http://schemas.openxmlformats.org/presentationml/2006/main">
  <p:cSld>
    <p:bg>
      <p:bgPr>
        <a:solidFill xmlns:a="http://schemas.openxmlformats.org/drawingml/2006/main">
          <a:srgbClr val="07161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4C82D47-8E5D-4CFE-94AD-57AB9874A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3429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63DFEF"/>
                </a:solidFill>
                <a:latin typeface="Noto Sans JP"/>
                <a:ea typeface="Noto Sans JP"/>
                <a:cs typeface="Noto Sans JP"/>
              </a:defRPr>
            </a:pPr>
            <a:r>
              <a:rPr sz="975" b="1">
                <a:solidFill>
                  <a:srgbClr val="63DFEF"/>
                </a:solidFill>
                <a:latin typeface="Noto Sans JP"/>
                <a:ea typeface="Noto Sans JP"/>
                <a:cs typeface="Noto Sans JP"/>
              </a:rPr>
              <a:t>07 / PRACTICE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FFE2CE3-D3D0-4A30-9E64-C9140E110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62000"/>
            <a:ext cx="10820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150" b="1">
                <a:solidFill>
                  <a:srgbClr val="EAF7F8"/>
                </a:solidFill>
                <a:latin typeface="Noto Sans JP"/>
                <a:ea typeface="Noto Sans JP"/>
                <a:cs typeface="Noto Sans JP"/>
              </a:defRPr>
            </a:pPr>
            <a:r>
              <a:rPr sz="3150" b="1">
                <a:solidFill>
                  <a:srgbClr val="EAF7F8"/>
                </a:solidFill>
                <a:latin typeface="Noto Sans JP"/>
                <a:ea typeface="Noto Sans JP"/>
                <a:cs typeface="Noto Sans JP"/>
              </a:rPr>
              <a:t>最後は、自分の到達点を確認する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F46601B-FEE7-4A32-891B-6D8BE103D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495425"/>
            <a:ext cx="10287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425" b="0">
                <a:solidFill>
                  <a:srgbClr val="8FA8AD"/>
                </a:solidFill>
                <a:latin typeface="Noto Sans JP"/>
                <a:ea typeface="Noto Sans JP"/>
                <a:cs typeface="Noto Sans JP"/>
              </a:defRPr>
            </a:pPr>
            <a:r>
              <a:rPr sz="1425" b="0">
                <a:solidFill>
                  <a:srgbClr val="8FA8AD"/>
                </a:solidFill>
                <a:latin typeface="Noto Sans JP"/>
                <a:ea typeface="Noto Sans JP"/>
                <a:cs typeface="Noto Sans JP"/>
              </a:rPr>
              <a:t>未設定を「完了」にしません。できたこと・次の設定をチェックシートへ記録。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53D4F08-D725-4405-81AF-7DD4113F7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85800" y="1971675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34149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8D6B200-AA05-43D1-B009-514FE6205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343150"/>
            <a:ext cx="514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63DFEF"/>
                </a:solidFill>
                <a:latin typeface="Noto Sans JP"/>
                <a:ea typeface="Noto Sans JP"/>
                <a:cs typeface="Noto Sans JP"/>
              </a:defRPr>
            </a:pPr>
            <a:r>
              <a:rPr sz="1350" b="1">
                <a:solidFill>
                  <a:srgbClr val="63DFEF"/>
                </a:solidFill>
                <a:latin typeface="Noto Sans JP"/>
                <a:ea typeface="Noto Sans JP"/>
                <a:cs typeface="Noto Sans JP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1ECE0DB-B4F6-4EC9-8B62-8748E6621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314575"/>
            <a:ext cx="1524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950" b="1">
                <a:solidFill>
                  <a:srgbClr val="EAF7F8"/>
                </a:solidFill>
                <a:latin typeface="Noto Sans JP"/>
                <a:ea typeface="Noto Sans JP"/>
                <a:cs typeface="Noto Sans JP"/>
              </a:defRPr>
            </a:pPr>
            <a:r>
              <a:rPr sz="1950" b="1">
                <a:solidFill>
                  <a:srgbClr val="EAF7F8"/>
                </a:solidFill>
                <a:latin typeface="Noto Sans JP"/>
                <a:ea typeface="Noto Sans JP"/>
                <a:cs typeface="Noto Sans JP"/>
              </a:rPr>
              <a:t>共通導入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1B88577-273E-4378-97C9-8E5879208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2333625"/>
            <a:ext cx="78676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500" b="0">
                <a:solidFill>
                  <a:srgbClr val="EAF7F8"/>
                </a:solidFill>
                <a:latin typeface="Noto Sans JP"/>
                <a:ea typeface="Noto Sans JP"/>
                <a:cs typeface="Noto Sans JP"/>
              </a:defRPr>
            </a:pPr>
            <a:r>
              <a:rPr sz="1500" b="0">
                <a:solidFill>
                  <a:srgbClr val="EAF7F8"/>
                </a:solidFill>
                <a:latin typeface="Noto Sans JP"/>
                <a:ea typeface="Noto Sans JP"/>
                <a:cs typeface="Noto Sans JP"/>
              </a:rPr>
              <a:t>起動 → 手動タスク1件を登録 → 完了。まず全員で確認。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759DAAF-E2C2-4760-BAEF-B9F339434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524000" y="2990850"/>
            <a:ext cx="9601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9474E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B3D38BD-B32E-4F41-834F-A23A2A002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409950"/>
            <a:ext cx="514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63DFEF"/>
                </a:solidFill>
                <a:latin typeface="Noto Sans JP"/>
                <a:ea typeface="Noto Sans JP"/>
                <a:cs typeface="Noto Sans JP"/>
              </a:defRPr>
            </a:pPr>
            <a:r>
              <a:rPr sz="1350" b="1">
                <a:solidFill>
                  <a:srgbClr val="63DFEF"/>
                </a:solidFill>
                <a:latin typeface="Noto Sans JP"/>
                <a:ea typeface="Noto Sans JP"/>
                <a:cs typeface="Noto Sans JP"/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FC1FC80-983C-4BB3-B912-905EDAD9E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381375"/>
            <a:ext cx="1524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950" b="1">
                <a:solidFill>
                  <a:srgbClr val="EAF7F8"/>
                </a:solidFill>
                <a:latin typeface="Noto Sans JP"/>
                <a:ea typeface="Noto Sans JP"/>
                <a:cs typeface="Noto Sans JP"/>
              </a:defRPr>
            </a:pPr>
            <a:r>
              <a:rPr sz="1950" b="1">
                <a:solidFill>
                  <a:srgbClr val="EAF7F8"/>
                </a:solidFill>
                <a:latin typeface="Noto Sans JP"/>
                <a:ea typeface="Noto Sans JP"/>
                <a:cs typeface="Noto Sans JP"/>
              </a:rPr>
              <a:t>知識と相談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27B8ABB-C2FC-402E-A211-8D787385B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3400425"/>
            <a:ext cx="78676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500" b="0">
                <a:solidFill>
                  <a:srgbClr val="EAF7F8"/>
                </a:solidFill>
                <a:latin typeface="Noto Sans JP"/>
                <a:ea typeface="Noto Sans JP"/>
                <a:cs typeface="Noto Sans JP"/>
              </a:defRPr>
            </a:pPr>
            <a:r>
              <a:rPr sz="1500" b="0">
                <a:solidFill>
                  <a:srgbClr val="EAF7F8"/>
                </a:solidFill>
                <a:latin typeface="Noto Sans JP"/>
                <a:ea typeface="Noto Sans JP"/>
                <a:cs typeface="Noto Sans JP"/>
              </a:rPr>
              <a:t>追加質問、根拠、保存ファイルを確認。再起動後も設定を確認。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98F282C-774A-4CB7-A8A5-A2ABDF37A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524000" y="4057650"/>
            <a:ext cx="9601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9474E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9007489-2F29-47AD-9F9F-2EB5A50DE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476750"/>
            <a:ext cx="514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E4BC72"/>
                </a:solidFill>
                <a:latin typeface="Noto Sans JP"/>
                <a:ea typeface="Noto Sans JP"/>
                <a:cs typeface="Noto Sans JP"/>
              </a:defRPr>
            </a:pPr>
            <a:r>
              <a:rPr sz="1350" b="1">
                <a:solidFill>
                  <a:srgbClr val="E4BC72"/>
                </a:solidFill>
                <a:latin typeface="Noto Sans JP"/>
                <a:ea typeface="Noto Sans JP"/>
                <a:cs typeface="Noto Sans JP"/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C3E0E30-5B02-4600-86A6-E23B2DE9D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448175"/>
            <a:ext cx="1524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950" b="1">
                <a:solidFill>
                  <a:srgbClr val="EAF7F8"/>
                </a:solidFill>
                <a:latin typeface="Noto Sans JP"/>
                <a:ea typeface="Noto Sans JP"/>
                <a:cs typeface="Noto Sans JP"/>
              </a:defRPr>
            </a:pPr>
            <a:r>
              <a:rPr sz="1950" b="1">
                <a:solidFill>
                  <a:srgbClr val="EAF7F8"/>
                </a:solidFill>
                <a:latin typeface="Noto Sans JP"/>
                <a:ea typeface="Noto Sans JP"/>
                <a:cs typeface="Noto Sans JP"/>
              </a:rPr>
              <a:t>発展の選択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289E21A-7045-4167-8FAA-D2BEAE23F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4467225"/>
            <a:ext cx="78676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500" b="0">
                <a:solidFill>
                  <a:srgbClr val="EAF7F8"/>
                </a:solidFill>
                <a:latin typeface="Noto Sans JP"/>
                <a:ea typeface="Noto Sans JP"/>
                <a:cs typeface="Noto Sans JP"/>
              </a:defRPr>
            </a:pPr>
            <a:r>
              <a:rPr sz="1500" b="0">
                <a:solidFill>
                  <a:srgbClr val="EAF7F8"/>
                </a:solidFill>
                <a:latin typeface="Noto Sans JP"/>
                <a:ea typeface="Noto Sans JP"/>
                <a:cs typeface="Noto Sans JP"/>
              </a:rPr>
              <a:t>個人秘書か企業向け試作かを選び、次のプロンプトを決める。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07A1AF8-F999-4B59-BE56-E1A449ED4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524000" y="5124450"/>
            <a:ext cx="9601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9474E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286AD25-C8FD-4C38-BEBB-1CAEE32D6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5600700"/>
            <a:ext cx="44577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63DFEF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07161C"/>
                </a:solidFill>
                <a:latin typeface="Noto Sans JP"/>
                <a:ea typeface="Noto Sans JP"/>
                <a:cs typeface="Noto Sans JP"/>
              </a:defRPr>
            </a:pPr>
            <a:r>
              <a:rPr sz="1050" b="1">
                <a:solidFill>
                  <a:srgbClr val="07161C"/>
                </a:solidFill>
                <a:latin typeface="Noto Sans JP"/>
                <a:ea typeface="Noto Sans JP"/>
                <a:cs typeface="Noto Sans JP"/>
              </a:rPr>
              <a:t>P01〜P21と記入用テンプレートは受講者ページへ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4F47859-B13A-466C-BE41-FC19299F2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27622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750" b="1">
                <a:solidFill>
                  <a:srgbClr val="557279"/>
                </a:solidFill>
                <a:latin typeface="Noto Sans JP"/>
                <a:ea typeface="Noto Sans JP"/>
                <a:cs typeface="Noto Sans JP"/>
              </a:defRPr>
            </a:pPr>
            <a:r>
              <a:rPr sz="750" b="1">
                <a:solidFill>
                  <a:srgbClr val="557279"/>
                </a:solidFill>
                <a:latin typeface="Noto Sans JP"/>
                <a:ea typeface="Noto Sans JP"/>
                <a:cs typeface="Noto Sans JP"/>
              </a:rPr>
              <a:t>AI NORIKO STARTER KIT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F01EBC9-BCD5-4CE5-ABCC-915582721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6467475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825" b="1">
                <a:solidFill>
                  <a:srgbClr val="63DFEF"/>
                </a:solidFill>
                <a:latin typeface="Noto Sans JP"/>
                <a:ea typeface="Noto Sans JP"/>
                <a:cs typeface="Noto Sans JP"/>
              </a:defRPr>
            </a:pPr>
            <a:r>
              <a:rPr sz="825" b="1">
                <a:solidFill>
                  <a:srgbClr val="63DFEF"/>
                </a:solidFill>
                <a:latin typeface="Noto Sans JP"/>
                <a:ea typeface="Noto Sans JP"/>
                <a:cs typeface="Noto Sans JP"/>
              </a:rPr>
              <a:t>49</a:t>
            </a:r>
          </a:p>
        </p:txBody>
      </p:sp>
    </p:spTree>
    <p:extLst>
      <p:ext uri="{BB962C8B-B14F-4D97-AF65-F5344CB8AC3E}">
        <p14:creationId xmlns:p14="http://schemas.microsoft.com/office/powerpoint/2010/main" val="730124053"/>
      </p:ext>
    </p:extLst>
  </p:cSld>
</p:sld>
</file>

<file path=ppt/slides/slide50.xml><?xml version="1.0" encoding="utf-8"?>
<p:sld xmlns:p="http://schemas.openxmlformats.org/presentationml/2006/main">
  <p:cSld>
    <p:bg>
      <p:bgPr>
        <a:solidFill xmlns:a="http://schemas.openxmlformats.org/drawingml/2006/main">
          <a:srgbClr val="06111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5A6E4EE-4B61-4FC3-8E12-E11334BB9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63DFEF"/>
                </a:solidFill>
                <a:latin typeface="Noto Sans JP"/>
                <a:ea typeface="Noto Sans JP"/>
                <a:cs typeface="Noto Sans JP"/>
              </a:defRPr>
            </a:pPr>
            <a:r>
              <a:rPr sz="1050" b="1">
                <a:solidFill>
                  <a:srgbClr val="63DFEF"/>
                </a:solidFill>
                <a:latin typeface="Noto Sans JP"/>
                <a:ea typeface="Noto Sans JP"/>
                <a:cs typeface="Noto Sans JP"/>
              </a:rPr>
              <a:t>TODAY'S TAKEAWAY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301751A-86A7-42E9-8545-5A8F314B1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04925"/>
            <a:ext cx="685800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4200" b="1">
                <a:solidFill>
                  <a:srgbClr val="EAF7F8"/>
                </a:solidFill>
                <a:latin typeface="Noto Sans JP"/>
                <a:ea typeface="Noto Sans JP"/>
                <a:cs typeface="Noto Sans JP"/>
              </a:defRPr>
            </a:pPr>
            <a:r>
              <a:rPr sz="4200" b="1">
                <a:solidFill>
                  <a:srgbClr val="EAF7F8"/>
                </a:solidFill>
                <a:latin typeface="Noto Sans JP"/>
                <a:ea typeface="Noto Sans JP"/>
                <a:cs typeface="Noto Sans JP"/>
              </a:rPr>
              <a:t>同じ土台から、</a:t>
            </a:r>
          </a:p>
          <a:p xmlns:a="http://schemas.openxmlformats.org/drawingml/2006/main">
            <a:pPr>
              <a:buNone/>
              <a:defRPr sz="4200" b="1">
                <a:solidFill>
                  <a:srgbClr val="EAF7F8"/>
                </a:solidFill>
                <a:latin typeface="Noto Sans JP"/>
                <a:ea typeface="Noto Sans JP"/>
                <a:cs typeface="Noto Sans JP"/>
              </a:defRPr>
            </a:pPr>
            <a:r>
              <a:rPr sz="4200" b="1">
                <a:solidFill>
                  <a:srgbClr val="EAF7F8"/>
                </a:solidFill>
                <a:latin typeface="Noto Sans JP"/>
                <a:ea typeface="Noto Sans JP"/>
                <a:cs typeface="Noto Sans JP"/>
              </a:rPr>
              <a:t>必要なAIへ育てる。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06630B5-52E5-47CC-9576-652B30F1D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038475"/>
            <a:ext cx="7239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725" b="0">
                <a:solidFill>
                  <a:srgbClr val="8FA8AD"/>
                </a:solidFill>
                <a:latin typeface="Noto Sans JP"/>
                <a:ea typeface="Noto Sans JP"/>
                <a:cs typeface="Noto Sans JP"/>
              </a:defRPr>
            </a:pPr>
            <a:r>
              <a:rPr sz="1725" b="0">
                <a:solidFill>
                  <a:srgbClr val="8FA8AD"/>
                </a:solidFill>
                <a:latin typeface="Noto Sans JP"/>
                <a:ea typeface="Noto Sans JP"/>
                <a:cs typeface="Noto Sans JP"/>
              </a:rPr>
              <a:t>自分の秘書から会社の相談役へ。最終判断は人が行います。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011755A-F868-457C-A95D-59BF7ADE0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90975"/>
            <a:ext cx="10820400" cy="1123950"/>
          </a:xfrm>
          <a:prstGeom xmlns:a="http://schemas.openxmlformats.org/drawingml/2006/main" prst="roundRect">
            <a:avLst>
              <a:gd name="adj" fmla="val 7627"/>
            </a:avLst>
          </a:prstGeom>
          <a:solidFill xmlns:a="http://schemas.openxmlformats.org/drawingml/2006/main">
            <a:srgbClr val="0A2027"/>
          </a:solidFill>
          <a:ln xmlns:a="http://schemas.openxmlformats.org/drawingml/2006/main" w="9525">
            <a:solidFill>
              <a:srgbClr val="28515B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15B21B2-3C63-492E-8798-513F7A6E7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248150"/>
            <a:ext cx="200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125" b="1">
                <a:solidFill>
                  <a:srgbClr val="63DFEF"/>
                </a:solidFill>
                <a:latin typeface="Noto Sans JP"/>
                <a:ea typeface="Noto Sans JP"/>
                <a:cs typeface="Noto Sans JP"/>
              </a:defRPr>
            </a:pPr>
            <a:r>
              <a:rPr sz="1125" b="1">
                <a:solidFill>
                  <a:srgbClr val="63DFEF"/>
                </a:solidFill>
                <a:latin typeface="Noto Sans JP"/>
                <a:ea typeface="Noto Sans JP"/>
                <a:cs typeface="Noto Sans JP"/>
              </a:rPr>
              <a:t>受講者用ページ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A5409F6-964E-4C25-B43E-23F78410D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629150"/>
            <a:ext cx="8858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425" b="1">
                <a:solidFill>
                  <a:srgbClr val="EAF7F8"/>
                </a:solidFill>
                <a:latin typeface="Noto Sans JP"/>
                <a:ea typeface="Noto Sans JP"/>
                <a:cs typeface="Noto Sans JP"/>
              </a:defRPr>
            </a:pPr>
            <a:r>
              <a:rPr sz="1425" b="1">
                <a:solidFill>
                  <a:srgbClr val="EAF7F8"/>
                </a:solidFill>
                <a:latin typeface="Noto Sans JP"/>
                <a:ea typeface="Noto Sans JP"/>
                <a:cs typeface="Noto Sans JP"/>
              </a:rPr>
              <a:t>https://ai-hayato-zoom-class.ahaha48.chatgpt.site/resources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E892FE0-BD5B-4BB2-92F4-147D20B8A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4381500"/>
            <a:ext cx="13525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4BC72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07161C"/>
                </a:solidFill>
                <a:latin typeface="Noto Sans JP"/>
                <a:ea typeface="Noto Sans JP"/>
                <a:cs typeface="Noto Sans JP"/>
              </a:defRPr>
            </a:pPr>
            <a:r>
              <a:rPr sz="1050" b="1">
                <a:solidFill>
                  <a:srgbClr val="07161C"/>
                </a:solidFill>
                <a:latin typeface="Noto Sans JP"/>
                <a:ea typeface="Noto Sans JP"/>
                <a:cs typeface="Noto Sans JP"/>
              </a:rPr>
              <a:t>Q &amp; 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7746F82-6A43-4A14-9CB5-D83D45C0B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572125"/>
            <a:ext cx="1047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E4BC72"/>
                </a:solidFill>
                <a:latin typeface="Noto Sans JP"/>
                <a:ea typeface="Noto Sans JP"/>
                <a:cs typeface="Noto Sans JP"/>
              </a:defRPr>
            </a:pPr>
            <a:r>
              <a:rPr sz="1500" b="1">
                <a:solidFill>
                  <a:srgbClr val="E4BC72"/>
                </a:solidFill>
                <a:latin typeface="Noto Sans JP"/>
                <a:ea typeface="Noto Sans JP"/>
                <a:cs typeface="Noto Sans JP"/>
              </a:rPr>
              <a:t>質問は「今どの画面で」「何をしようとして」「何が表示されたか」の3点で教えてください。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2665359-5394-4249-9185-E13D751DE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27622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750" b="1">
                <a:solidFill>
                  <a:srgbClr val="557279"/>
                </a:solidFill>
                <a:latin typeface="Noto Sans JP"/>
                <a:ea typeface="Noto Sans JP"/>
                <a:cs typeface="Noto Sans JP"/>
              </a:defRPr>
            </a:pPr>
            <a:r>
              <a:rPr sz="750" b="1">
                <a:solidFill>
                  <a:srgbClr val="557279"/>
                </a:solidFill>
                <a:latin typeface="Noto Sans JP"/>
                <a:ea typeface="Noto Sans JP"/>
                <a:cs typeface="Noto Sans JP"/>
              </a:rPr>
              <a:t>AI NORIKO STARTER KIT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235FC6F-63F0-4A09-BC48-9BB6AE857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6467475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825" b="1">
                <a:solidFill>
                  <a:srgbClr val="63DFEF"/>
                </a:solidFill>
                <a:latin typeface="Noto Sans JP"/>
                <a:ea typeface="Noto Sans JP"/>
                <a:cs typeface="Noto Sans JP"/>
              </a:defRPr>
            </a:pPr>
            <a:r>
              <a:rPr sz="825" b="1">
                <a:solidFill>
                  <a:srgbClr val="63DFEF"/>
                </a:solidFill>
                <a:latin typeface="Noto Sans JP"/>
                <a:ea typeface="Noto Sans JP"/>
                <a:cs typeface="Noto Sans JP"/>
              </a:rPr>
              <a:t>50</a:t>
            </a:r>
          </a:p>
        </p:txBody>
      </p:sp>
    </p:spTree>
    <p:extLst>
      <p:ext uri="{BB962C8B-B14F-4D97-AF65-F5344CB8AC3E}">
        <p14:creationId xmlns:p14="http://schemas.microsoft.com/office/powerpoint/2010/main" val="252852047"/>
      </p:ext>
    </p:extLst>
  </p:cSld>
</p:sld>
</file>

<file path=ppt/slides/slide51.xml><?xml version="1.0" encoding="utf-8"?>
<p:sld xmlns:p="http://schemas.openxmlformats.org/presentationml/2006/main">
  <p:cSld>
    <p:bg>
      <p:bgPr>
        <a:solidFill xmlns:a="http://schemas.openxmlformats.org/drawingml/2006/main">
          <a:srgbClr val="F7F4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6151F62-A1B2-4316-84B8-B1560D1F0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3429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138596"/>
                </a:solidFill>
                <a:latin typeface="Noto Sans JP"/>
                <a:ea typeface="Noto Sans JP"/>
                <a:cs typeface="Noto Sans JP"/>
              </a:defRPr>
            </a:pPr>
            <a:r>
              <a:rPr sz="975" b="1">
                <a:solidFill>
                  <a:srgbClr val="138596"/>
                </a:solidFill>
                <a:latin typeface="Noto Sans JP"/>
                <a:ea typeface="Noto Sans JP"/>
                <a:cs typeface="Noto Sans JP"/>
              </a:rPr>
              <a:t>APPENDIX / NORIKO KNOWLEDGE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8AB7FDA-6307-4DE7-A56F-32108E695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62000"/>
            <a:ext cx="10820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150" b="1">
                <a:solidFill>
                  <a:srgbClr val="07161C"/>
                </a:solidFill>
                <a:latin typeface="Noto Sans JP"/>
                <a:ea typeface="Noto Sans JP"/>
                <a:cs typeface="Noto Sans JP"/>
              </a:defRPr>
            </a:pPr>
            <a:r>
              <a:rPr sz="3150" b="1">
                <a:solidFill>
                  <a:srgbClr val="07161C"/>
                </a:solidFill>
                <a:latin typeface="Noto Sans JP"/>
                <a:ea typeface="Noto Sans JP"/>
                <a:cs typeface="Noto Sans JP"/>
              </a:rPr>
              <a:t>NORIKOナレッジの導入（任意）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2DC25B7-E183-4437-A271-308BA6FD7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495425"/>
            <a:ext cx="10287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425" b="0">
                <a:solidFill>
                  <a:srgbClr val="607579"/>
                </a:solidFill>
                <a:latin typeface="Noto Sans JP"/>
                <a:ea typeface="Noto Sans JP"/>
                <a:cs typeface="Noto Sans JP"/>
              </a:defRPr>
            </a:pPr>
            <a:r>
              <a:rPr sz="1425" b="0">
                <a:solidFill>
                  <a:srgbClr val="607579"/>
                </a:solidFill>
                <a:latin typeface="Noto Sans JP"/>
                <a:ea typeface="Noto Sans JP"/>
                <a:cs typeface="Noto Sans JP"/>
              </a:rPr>
              <a:t>P21をCodexへ。提供者から配布用パックを受け取った方が対象です。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5D555F8-9B87-4D4D-9D15-FBA77BD14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85800" y="1971675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8D4CF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69D5C94-B41D-41AA-8D2B-F33EE1BF7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571750"/>
            <a:ext cx="571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75" b="1">
                <a:solidFill>
                  <a:srgbClr val="138596"/>
                </a:solidFill>
                <a:latin typeface="Noto Sans JP"/>
                <a:ea typeface="Noto Sans JP"/>
                <a:cs typeface="Noto Sans JP"/>
              </a:defRPr>
            </a:pPr>
            <a:r>
              <a:rPr sz="1275" b="1">
                <a:solidFill>
                  <a:srgbClr val="138596"/>
                </a:solidFill>
                <a:latin typeface="Noto Sans JP"/>
                <a:ea typeface="Noto Sans JP"/>
                <a:cs typeface="Noto Sans JP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044C5ED-8D15-4A9D-97F0-6CB5497A1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095625"/>
            <a:ext cx="2095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75" b="1">
                <a:solidFill>
                  <a:srgbClr val="07161C"/>
                </a:solidFill>
                <a:latin typeface="Noto Sans JP"/>
                <a:ea typeface="Noto Sans JP"/>
                <a:cs typeface="Noto Sans JP"/>
              </a:defRPr>
            </a:pPr>
            <a:r>
              <a:rPr sz="2175" b="1">
                <a:solidFill>
                  <a:srgbClr val="07161C"/>
                </a:solidFill>
                <a:latin typeface="Noto Sans JP"/>
                <a:ea typeface="Noto Sans JP"/>
                <a:cs typeface="Noto Sans JP"/>
              </a:rPr>
              <a:t>確認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F395770-8758-488A-9548-C30079C0E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733800"/>
            <a:ext cx="2095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75" b="0">
                <a:solidFill>
                  <a:srgbClr val="607579"/>
                </a:solidFill>
                <a:latin typeface="Noto Sans JP"/>
                <a:ea typeface="Noto Sans JP"/>
                <a:cs typeface="Noto Sans JP"/>
              </a:defRPr>
            </a:pPr>
            <a:r>
              <a:rPr sz="1275" b="0">
                <a:solidFill>
                  <a:srgbClr val="607579"/>
                </a:solidFill>
                <a:latin typeface="Noto Sans JP"/>
                <a:ea typeface="Noto Sans JP"/>
                <a:cs typeface="Noto Sans JP"/>
              </a:rPr>
              <a:t>提供条件と保存先を確認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D885E12-E6AA-4DFF-AB0C-0381C6A14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742950" y="4629150"/>
            <a:ext cx="2095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138596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8F25AAA-8983-41C9-938D-7CEFB5409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3514725"/>
            <a:ext cx="476250" cy="3619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C2D2CE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C24B9B4-DB3A-4547-ADBD-CB1FBE0BB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571750"/>
            <a:ext cx="571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75" b="1">
                <a:solidFill>
                  <a:srgbClr val="138596"/>
                </a:solidFill>
                <a:latin typeface="Noto Sans JP"/>
                <a:ea typeface="Noto Sans JP"/>
                <a:cs typeface="Noto Sans JP"/>
              </a:defRPr>
            </a:pPr>
            <a:r>
              <a:rPr sz="1275" b="1">
                <a:solidFill>
                  <a:srgbClr val="138596"/>
                </a:solidFill>
                <a:latin typeface="Noto Sans JP"/>
                <a:ea typeface="Noto Sans JP"/>
                <a:cs typeface="Noto Sans JP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8F5C227-9252-4540-ADA6-982A17BC0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095625"/>
            <a:ext cx="2095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75" b="1">
                <a:solidFill>
                  <a:srgbClr val="07161C"/>
                </a:solidFill>
                <a:latin typeface="Noto Sans JP"/>
                <a:ea typeface="Noto Sans JP"/>
                <a:cs typeface="Noto Sans JP"/>
              </a:defRPr>
            </a:pPr>
            <a:r>
              <a:rPr sz="2175" b="1">
                <a:solidFill>
                  <a:srgbClr val="07161C"/>
                </a:solidFill>
                <a:latin typeface="Noto Sans JP"/>
                <a:ea typeface="Noto Sans JP"/>
                <a:cs typeface="Noto Sans JP"/>
              </a:rPr>
              <a:t>展開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B5BBA2C-080B-4A8C-B4D0-24DF22992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733800"/>
            <a:ext cx="2095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75" b="0">
                <a:solidFill>
                  <a:srgbClr val="607579"/>
                </a:solidFill>
                <a:latin typeface="Noto Sans JP"/>
                <a:ea typeface="Noto Sans JP"/>
                <a:cs typeface="Noto Sans JP"/>
              </a:defRPr>
            </a:pPr>
            <a:r>
              <a:rPr sz="1275" b="0">
                <a:solidFill>
                  <a:srgbClr val="607579"/>
                </a:solidFill>
                <a:latin typeface="Noto Sans JP"/>
                <a:ea typeface="Noto Sans JP"/>
                <a:cs typeface="Noto Sans JP"/>
              </a:rPr>
              <a:t>ZIPをフォルダへ展開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B117D09-7091-496F-B1F3-8086AC8FF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3524250" y="4629150"/>
            <a:ext cx="2095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138596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29AC513-F0C1-4F1C-A636-A372BCC20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3514725"/>
            <a:ext cx="476250" cy="3619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C2D2CE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AEF7CBD-E844-454F-A2CE-1A0F978BF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571750"/>
            <a:ext cx="571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75" b="1">
                <a:solidFill>
                  <a:srgbClr val="138596"/>
                </a:solidFill>
                <a:latin typeface="Noto Sans JP"/>
                <a:ea typeface="Noto Sans JP"/>
                <a:cs typeface="Noto Sans JP"/>
              </a:defRPr>
            </a:pPr>
            <a:r>
              <a:rPr sz="1275" b="1">
                <a:solidFill>
                  <a:srgbClr val="138596"/>
                </a:solidFill>
                <a:latin typeface="Noto Sans JP"/>
                <a:ea typeface="Noto Sans JP"/>
                <a:cs typeface="Noto Sans JP"/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364A9AF-2254-42F3-BA95-34A2C6AC5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095625"/>
            <a:ext cx="2095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75" b="1">
                <a:solidFill>
                  <a:srgbClr val="07161C"/>
                </a:solidFill>
                <a:latin typeface="Noto Sans JP"/>
                <a:ea typeface="Noto Sans JP"/>
                <a:cs typeface="Noto Sans JP"/>
              </a:defRPr>
            </a:pPr>
            <a:r>
              <a:rPr sz="2175" b="1">
                <a:solidFill>
                  <a:srgbClr val="07161C"/>
                </a:solidFill>
                <a:latin typeface="Noto Sans JP"/>
                <a:ea typeface="Noto Sans JP"/>
                <a:cs typeface="Noto Sans JP"/>
              </a:rPr>
              <a:t>追加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9F1E291-74B6-4715-8ECF-E69F6E5F3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733800"/>
            <a:ext cx="2095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75" b="0">
                <a:solidFill>
                  <a:srgbClr val="607579"/>
                </a:solidFill>
                <a:latin typeface="Noto Sans JP"/>
                <a:ea typeface="Noto Sans JP"/>
                <a:cs typeface="Noto Sans JP"/>
              </a:defRPr>
            </a:pPr>
            <a:r>
              <a:rPr sz="1275" b="0">
                <a:solidFill>
                  <a:srgbClr val="607579"/>
                </a:solidFill>
                <a:latin typeface="Noto Sans JP"/>
                <a:ea typeface="Noto Sans JP"/>
                <a:cs typeface="Noto Sans JP"/>
              </a:rPr>
              <a:t>コピー先を確認し13ノート追加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C19E983-E104-4998-9A56-FDCD27723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305550" y="4629150"/>
            <a:ext cx="2095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138596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A9B5F82-E2AF-4BD1-800B-1DA9C8061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514725"/>
            <a:ext cx="476250" cy="3619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C2D2CE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AEF9229-D1E7-43D9-B480-BF9BD38D6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2571750"/>
            <a:ext cx="571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75" b="1">
                <a:solidFill>
                  <a:srgbClr val="138596"/>
                </a:solidFill>
                <a:latin typeface="Noto Sans JP"/>
                <a:ea typeface="Noto Sans JP"/>
                <a:cs typeface="Noto Sans JP"/>
              </a:defRPr>
            </a:pPr>
            <a:r>
              <a:rPr sz="1275" b="1">
                <a:solidFill>
                  <a:srgbClr val="138596"/>
                </a:solidFill>
                <a:latin typeface="Noto Sans JP"/>
                <a:ea typeface="Noto Sans JP"/>
                <a:cs typeface="Noto Sans JP"/>
              </a:rPr>
              <a:t>04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F2B97F9-693D-4866-872D-D64F4DC94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3095625"/>
            <a:ext cx="2095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75" b="1">
                <a:solidFill>
                  <a:srgbClr val="07161C"/>
                </a:solidFill>
                <a:latin typeface="Noto Sans JP"/>
                <a:ea typeface="Noto Sans JP"/>
                <a:cs typeface="Noto Sans JP"/>
              </a:defRPr>
            </a:pPr>
            <a:r>
              <a:rPr sz="2175" b="1">
                <a:solidFill>
                  <a:srgbClr val="07161C"/>
                </a:solidFill>
                <a:latin typeface="Noto Sans JP"/>
                <a:ea typeface="Noto Sans JP"/>
                <a:cs typeface="Noto Sans JP"/>
              </a:rPr>
              <a:t>試す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52E9C63-DC47-4777-8A6A-D8993F951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3733800"/>
            <a:ext cx="2095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75" b="0">
                <a:solidFill>
                  <a:srgbClr val="607579"/>
                </a:solidFill>
                <a:latin typeface="Noto Sans JP"/>
                <a:ea typeface="Noto Sans JP"/>
                <a:cs typeface="Noto Sans JP"/>
              </a:defRPr>
            </a:pPr>
            <a:r>
              <a:rPr sz="1275" b="0">
                <a:solidFill>
                  <a:srgbClr val="607579"/>
                </a:solidFill>
                <a:latin typeface="Noto Sans JP"/>
                <a:ea typeface="Noto Sans JP"/>
                <a:cs typeface="Noto Sans JP"/>
              </a:rPr>
              <a:t>相談し、出典を確認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F22D06C-58BA-403C-B127-2980D1DAA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9086850" y="4629150"/>
            <a:ext cx="2095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E4BC72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4587F47-868D-4A49-BCD9-237F0F39A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314950"/>
            <a:ext cx="99060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D4CF"/>
            </a:solidFill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425" b="1">
                <a:solidFill>
                  <a:srgbClr val="138596"/>
                </a:solidFill>
                <a:latin typeface="Noto Sans JP"/>
                <a:ea typeface="Noto Sans JP"/>
                <a:cs typeface="Noto Sans JP"/>
              </a:defRPr>
            </a:pPr>
            <a:r>
              <a:rPr sz="1425" b="1">
                <a:solidFill>
                  <a:srgbClr val="138596"/>
                </a:solidFill>
                <a:latin typeface="Noto Sans JP"/>
                <a:ea typeface="Noto Sans JP"/>
                <a:cs typeface="Noto Sans JP"/>
              </a:rPr>
              <a:t>先行版は講師確認用。本人の声・私的履歴は含みません。提供条件を確認します。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D1389C8-5F24-4412-AD61-1E42319D7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27622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750" b="1">
                <a:solidFill>
                  <a:srgbClr val="7C908E"/>
                </a:solidFill>
                <a:latin typeface="Noto Sans JP"/>
                <a:ea typeface="Noto Sans JP"/>
                <a:cs typeface="Noto Sans JP"/>
              </a:defRPr>
            </a:pPr>
            <a:r>
              <a:rPr sz="750" b="1">
                <a:solidFill>
                  <a:srgbClr val="7C908E"/>
                </a:solidFill>
                <a:latin typeface="Noto Sans JP"/>
                <a:ea typeface="Noto Sans JP"/>
                <a:cs typeface="Noto Sans JP"/>
              </a:rPr>
              <a:t>AI NORIKO STARTER KIT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1A01BF4-C9F6-4807-8897-4B9BFE073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6467475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825" b="1">
                <a:solidFill>
                  <a:srgbClr val="138596"/>
                </a:solidFill>
                <a:latin typeface="Noto Sans JP"/>
                <a:ea typeface="Noto Sans JP"/>
                <a:cs typeface="Noto Sans JP"/>
              </a:defRPr>
            </a:pPr>
            <a:r>
              <a:rPr sz="825" b="1">
                <a:solidFill>
                  <a:srgbClr val="138596"/>
                </a:solidFill>
                <a:latin typeface="Noto Sans JP"/>
                <a:ea typeface="Noto Sans JP"/>
                <a:cs typeface="Noto Sans JP"/>
              </a:rPr>
              <a:t>51</a:t>
            </a:r>
          </a:p>
        </p:txBody>
      </p:sp>
    </p:spTree>
    <p:extLst>
      <p:ext uri="{BB962C8B-B14F-4D97-AF65-F5344CB8AC3E}">
        <p14:creationId xmlns:p14="http://schemas.microsoft.com/office/powerpoint/2010/main" val="65481381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2026-09-18T09:04:33.3350000Z</dcterms:created>
  <dcterms:modified xsi:type="dcterms:W3CDTF">2026-09-18T09:04:33.3350000Z</dcterms:modified>
</coreProperties>
</file>